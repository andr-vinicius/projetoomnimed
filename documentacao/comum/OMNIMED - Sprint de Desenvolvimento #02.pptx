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theme+xml" PartName="/ppt/theme/theme9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  <p:sldMasterId id="2147483674" r:id="rId6"/>
    <p:sldMasterId id="2147483687" r:id="rId7"/>
    <p:sldMasterId id="2147483700" r:id="rId8"/>
    <p:sldMasterId id="2147483713" r:id="rId9"/>
    <p:sldMasterId id="2147483726" r:id="rId10"/>
    <p:sldMasterId id="2147483739" r:id="rId11"/>
    <p:sldMasterId id="2147483752" r:id="rId12"/>
    <p:sldMasterId id="2147483765" r:id="rId13"/>
    <p:sldMasterId id="2147483778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295" r:id="rId55"/>
    <p:sldId id="296" r:id="rId56"/>
    <p:sldId id="297" r:id="rId57"/>
    <p:sldId id="298" r:id="rId58"/>
    <p:sldId id="299" r:id="rId59"/>
    <p:sldId id="300" r:id="rId60"/>
    <p:sldId id="301" r:id="rId61"/>
    <p:sldId id="302" r:id="rId62"/>
    <p:sldId id="303" r:id="rId63"/>
  </p:sldIdLst>
  <p:sldSz cy="5143500" cx="9144000"/>
  <p:notesSz cx="7559675" cy="10691800"/>
  <p:embeddedFontLst>
    <p:embeddedFont>
      <p:font typeface="Montserrat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68" roundtripDataSignature="AMtx7mgri8uLdZN3PzXfE+faglgHEDtS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4B2AF5-84B9-42B8-8DDD-B402E5240D7A}">
  <a:tblStyle styleId="{FE4B2AF5-84B9-42B8-8DDD-B402E5240D7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5.xml"/><Relationship Id="rId42" Type="http://schemas.openxmlformats.org/officeDocument/2006/relationships/slide" Target="slides/slide27.xml"/><Relationship Id="rId41" Type="http://schemas.openxmlformats.org/officeDocument/2006/relationships/slide" Target="slides/slide26.xml"/><Relationship Id="rId44" Type="http://schemas.openxmlformats.org/officeDocument/2006/relationships/slide" Target="slides/slide29.xml"/><Relationship Id="rId43" Type="http://schemas.openxmlformats.org/officeDocument/2006/relationships/slide" Target="slides/slide28.xml"/><Relationship Id="rId46" Type="http://schemas.openxmlformats.org/officeDocument/2006/relationships/slide" Target="slides/slide31.xml"/><Relationship Id="rId45" Type="http://schemas.openxmlformats.org/officeDocument/2006/relationships/slide" Target="slides/slide30.xml"/><Relationship Id="rId1" Type="http://schemas.openxmlformats.org/officeDocument/2006/relationships/theme" Target="theme/theme1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slide" Target="slides/slide33.xml"/><Relationship Id="rId47" Type="http://schemas.openxmlformats.org/officeDocument/2006/relationships/slide" Target="slides/slide32.xml"/><Relationship Id="rId49" Type="http://schemas.openxmlformats.org/officeDocument/2006/relationships/slide" Target="slides/slide34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16.xml"/><Relationship Id="rId30" Type="http://schemas.openxmlformats.org/officeDocument/2006/relationships/slide" Target="slides/slide15.xml"/><Relationship Id="rId33" Type="http://schemas.openxmlformats.org/officeDocument/2006/relationships/slide" Target="slides/slide18.xml"/><Relationship Id="rId32" Type="http://schemas.openxmlformats.org/officeDocument/2006/relationships/slide" Target="slides/slide17.xml"/><Relationship Id="rId35" Type="http://schemas.openxmlformats.org/officeDocument/2006/relationships/slide" Target="slides/slide20.xml"/><Relationship Id="rId34" Type="http://schemas.openxmlformats.org/officeDocument/2006/relationships/slide" Target="slides/slide19.xml"/><Relationship Id="rId37" Type="http://schemas.openxmlformats.org/officeDocument/2006/relationships/slide" Target="slides/slide22.xml"/><Relationship Id="rId36" Type="http://schemas.openxmlformats.org/officeDocument/2006/relationships/slide" Target="slides/slide21.xml"/><Relationship Id="rId39" Type="http://schemas.openxmlformats.org/officeDocument/2006/relationships/slide" Target="slides/slide24.xml"/><Relationship Id="rId38" Type="http://schemas.openxmlformats.org/officeDocument/2006/relationships/slide" Target="slides/slide23.xml"/><Relationship Id="rId62" Type="http://schemas.openxmlformats.org/officeDocument/2006/relationships/slide" Target="slides/slide47.xml"/><Relationship Id="rId61" Type="http://schemas.openxmlformats.org/officeDocument/2006/relationships/slide" Target="slides/slide46.xml"/><Relationship Id="rId20" Type="http://schemas.openxmlformats.org/officeDocument/2006/relationships/slide" Target="slides/slide5.xml"/><Relationship Id="rId64" Type="http://schemas.openxmlformats.org/officeDocument/2006/relationships/font" Target="fonts/Montserrat-regular.fntdata"/><Relationship Id="rId63" Type="http://schemas.openxmlformats.org/officeDocument/2006/relationships/slide" Target="slides/slide48.xml"/><Relationship Id="rId22" Type="http://schemas.openxmlformats.org/officeDocument/2006/relationships/slide" Target="slides/slide7.xml"/><Relationship Id="rId66" Type="http://schemas.openxmlformats.org/officeDocument/2006/relationships/font" Target="fonts/Montserrat-italic.fntdata"/><Relationship Id="rId21" Type="http://schemas.openxmlformats.org/officeDocument/2006/relationships/slide" Target="slides/slide6.xml"/><Relationship Id="rId65" Type="http://schemas.openxmlformats.org/officeDocument/2006/relationships/font" Target="fonts/Montserrat-bold.fntdata"/><Relationship Id="rId24" Type="http://schemas.openxmlformats.org/officeDocument/2006/relationships/slide" Target="slides/slide9.xml"/><Relationship Id="rId68" Type="http://customschemas.google.com/relationships/presentationmetadata" Target="metadata"/><Relationship Id="rId23" Type="http://schemas.openxmlformats.org/officeDocument/2006/relationships/slide" Target="slides/slide8.xml"/><Relationship Id="rId67" Type="http://schemas.openxmlformats.org/officeDocument/2006/relationships/font" Target="fonts/Montserrat-boldItalic.fntdata"/><Relationship Id="rId60" Type="http://schemas.openxmlformats.org/officeDocument/2006/relationships/slide" Target="slides/slide45.xml"/><Relationship Id="rId26" Type="http://schemas.openxmlformats.org/officeDocument/2006/relationships/slide" Target="slides/slide11.xml"/><Relationship Id="rId25" Type="http://schemas.openxmlformats.org/officeDocument/2006/relationships/slide" Target="slides/slide10.xml"/><Relationship Id="rId28" Type="http://schemas.openxmlformats.org/officeDocument/2006/relationships/slide" Target="slides/slide13.xml"/><Relationship Id="rId27" Type="http://schemas.openxmlformats.org/officeDocument/2006/relationships/slide" Target="slides/slide12.xml"/><Relationship Id="rId29" Type="http://schemas.openxmlformats.org/officeDocument/2006/relationships/slide" Target="slides/slide14.xml"/><Relationship Id="rId51" Type="http://schemas.openxmlformats.org/officeDocument/2006/relationships/slide" Target="slides/slide36.xml"/><Relationship Id="rId50" Type="http://schemas.openxmlformats.org/officeDocument/2006/relationships/slide" Target="slides/slide35.xml"/><Relationship Id="rId53" Type="http://schemas.openxmlformats.org/officeDocument/2006/relationships/slide" Target="slides/slide38.xml"/><Relationship Id="rId52" Type="http://schemas.openxmlformats.org/officeDocument/2006/relationships/slide" Target="slides/slide37.xml"/><Relationship Id="rId11" Type="http://schemas.openxmlformats.org/officeDocument/2006/relationships/slideMaster" Target="slideMasters/slideMaster8.xml"/><Relationship Id="rId55" Type="http://schemas.openxmlformats.org/officeDocument/2006/relationships/slide" Target="slides/slide40.xml"/><Relationship Id="rId10" Type="http://schemas.openxmlformats.org/officeDocument/2006/relationships/slideMaster" Target="slideMasters/slideMaster7.xml"/><Relationship Id="rId54" Type="http://schemas.openxmlformats.org/officeDocument/2006/relationships/slide" Target="slides/slide39.xml"/><Relationship Id="rId13" Type="http://schemas.openxmlformats.org/officeDocument/2006/relationships/slideMaster" Target="slideMasters/slideMaster10.xml"/><Relationship Id="rId57" Type="http://schemas.openxmlformats.org/officeDocument/2006/relationships/slide" Target="slides/slide42.xml"/><Relationship Id="rId12" Type="http://schemas.openxmlformats.org/officeDocument/2006/relationships/slideMaster" Target="slideMasters/slideMaster9.xml"/><Relationship Id="rId56" Type="http://schemas.openxmlformats.org/officeDocument/2006/relationships/slide" Target="slides/slide41.xml"/><Relationship Id="rId15" Type="http://schemas.openxmlformats.org/officeDocument/2006/relationships/notesMaster" Target="notesMasters/notesMaster1.xml"/><Relationship Id="rId59" Type="http://schemas.openxmlformats.org/officeDocument/2006/relationships/slide" Target="slides/slide44.xml"/><Relationship Id="rId14" Type="http://schemas.openxmlformats.org/officeDocument/2006/relationships/slideMaster" Target="slideMasters/slideMaster11.xml"/><Relationship Id="rId58" Type="http://schemas.openxmlformats.org/officeDocument/2006/relationships/slide" Target="slides/slide43.xml"/><Relationship Id="rId17" Type="http://schemas.openxmlformats.org/officeDocument/2006/relationships/slide" Target="slides/slide2.xml"/><Relationship Id="rId16" Type="http://schemas.openxmlformats.org/officeDocument/2006/relationships/slide" Target="slides/slide1.xml"/><Relationship Id="rId19" Type="http://schemas.openxmlformats.org/officeDocument/2006/relationships/slide" Target="slides/slide4.xml"/><Relationship Id="rId1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2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2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2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2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2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2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2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2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2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2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2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2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2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2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2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3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3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3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3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3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3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3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3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3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3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3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3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3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3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3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3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3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3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3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3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4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4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4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4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4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4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4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4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4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4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4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4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4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4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4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4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4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4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1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71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72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2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3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3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3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4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5"/>
          <p:cNvSpPr txBox="1"/>
          <p:nvPr>
            <p:ph idx="1" type="subTitle"/>
          </p:nvPr>
        </p:nvSpPr>
        <p:spPr>
          <a:xfrm>
            <a:off x="818280" y="433080"/>
            <a:ext cx="7506000" cy="289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6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6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6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6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7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7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7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7"/>
          <p:cNvSpPr txBox="1"/>
          <p:nvPr>
            <p:ph idx="3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8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8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8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8"/>
          <p:cNvSpPr txBox="1"/>
          <p:nvPr>
            <p:ph idx="3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9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9"/>
          <p:cNvSpPr txBox="1"/>
          <p:nvPr>
            <p:ph idx="1"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9"/>
          <p:cNvSpPr txBox="1"/>
          <p:nvPr>
            <p:ph idx="2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0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0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0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0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0"/>
          <p:cNvSpPr txBox="1"/>
          <p:nvPr>
            <p:ph idx="4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1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1"/>
          <p:cNvSpPr txBox="1"/>
          <p:nvPr>
            <p:ph idx="1"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1"/>
          <p:cNvSpPr txBox="1"/>
          <p:nvPr>
            <p:ph idx="2"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1"/>
          <p:cNvSpPr txBox="1"/>
          <p:nvPr>
            <p:ph idx="3"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1"/>
          <p:cNvSpPr txBox="1"/>
          <p:nvPr>
            <p:ph idx="4"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1"/>
          <p:cNvSpPr txBox="1"/>
          <p:nvPr>
            <p:ph idx="5"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1"/>
          <p:cNvSpPr txBox="1"/>
          <p:nvPr>
            <p:ph idx="6"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2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2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3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3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4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4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4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5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6"/>
          <p:cNvSpPr txBox="1"/>
          <p:nvPr>
            <p:ph idx="1" type="subTitle"/>
          </p:nvPr>
        </p:nvSpPr>
        <p:spPr>
          <a:xfrm>
            <a:off x="818280" y="433080"/>
            <a:ext cx="7506000" cy="289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7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7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7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7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8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88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8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8"/>
          <p:cNvSpPr txBox="1"/>
          <p:nvPr>
            <p:ph idx="3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9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89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89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9"/>
          <p:cNvSpPr txBox="1"/>
          <p:nvPr>
            <p:ph idx="3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0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90"/>
          <p:cNvSpPr txBox="1"/>
          <p:nvPr>
            <p:ph idx="1"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0"/>
          <p:cNvSpPr txBox="1"/>
          <p:nvPr>
            <p:ph idx="2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1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1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1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91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91"/>
          <p:cNvSpPr txBox="1"/>
          <p:nvPr>
            <p:ph idx="4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2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92"/>
          <p:cNvSpPr txBox="1"/>
          <p:nvPr>
            <p:ph idx="1"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92"/>
          <p:cNvSpPr txBox="1"/>
          <p:nvPr>
            <p:ph idx="2"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92"/>
          <p:cNvSpPr txBox="1"/>
          <p:nvPr>
            <p:ph idx="3"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92"/>
          <p:cNvSpPr txBox="1"/>
          <p:nvPr>
            <p:ph idx="4"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92"/>
          <p:cNvSpPr txBox="1"/>
          <p:nvPr>
            <p:ph idx="5"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92"/>
          <p:cNvSpPr txBox="1"/>
          <p:nvPr>
            <p:ph idx="6"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3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93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4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94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5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95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95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6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7"/>
          <p:cNvSpPr txBox="1"/>
          <p:nvPr>
            <p:ph idx="1" type="subTitle"/>
          </p:nvPr>
        </p:nvSpPr>
        <p:spPr>
          <a:xfrm>
            <a:off x="818280" y="433080"/>
            <a:ext cx="7506000" cy="289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8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98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98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98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9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99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99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99"/>
          <p:cNvSpPr txBox="1"/>
          <p:nvPr>
            <p:ph idx="3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0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00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00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00"/>
          <p:cNvSpPr txBox="1"/>
          <p:nvPr>
            <p:ph idx="3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1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01"/>
          <p:cNvSpPr txBox="1"/>
          <p:nvPr>
            <p:ph idx="1"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01"/>
          <p:cNvSpPr txBox="1"/>
          <p:nvPr>
            <p:ph idx="2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2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02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02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02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02"/>
          <p:cNvSpPr txBox="1"/>
          <p:nvPr>
            <p:ph idx="4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3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03"/>
          <p:cNvSpPr txBox="1"/>
          <p:nvPr>
            <p:ph idx="1"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03"/>
          <p:cNvSpPr txBox="1"/>
          <p:nvPr>
            <p:ph idx="2"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03"/>
          <p:cNvSpPr txBox="1"/>
          <p:nvPr>
            <p:ph idx="3"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03"/>
          <p:cNvSpPr txBox="1"/>
          <p:nvPr>
            <p:ph idx="4"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03"/>
          <p:cNvSpPr txBox="1"/>
          <p:nvPr>
            <p:ph idx="5"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03"/>
          <p:cNvSpPr txBox="1"/>
          <p:nvPr>
            <p:ph idx="6"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6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5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05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6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106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7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07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07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8"/>
          <p:cNvSpPr txBox="1"/>
          <p:nvPr>
            <p:ph idx="1" type="subTitle"/>
          </p:nvPr>
        </p:nvSpPr>
        <p:spPr>
          <a:xfrm>
            <a:off x="818280" y="433080"/>
            <a:ext cx="7506000" cy="289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9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09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09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09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0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10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10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10"/>
          <p:cNvSpPr txBox="1"/>
          <p:nvPr>
            <p:ph idx="3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1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11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11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111"/>
          <p:cNvSpPr txBox="1"/>
          <p:nvPr>
            <p:ph idx="3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2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12"/>
          <p:cNvSpPr txBox="1"/>
          <p:nvPr>
            <p:ph idx="1"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12"/>
          <p:cNvSpPr txBox="1"/>
          <p:nvPr>
            <p:ph idx="2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3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13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13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13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113"/>
          <p:cNvSpPr txBox="1"/>
          <p:nvPr>
            <p:ph idx="4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4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14"/>
          <p:cNvSpPr txBox="1"/>
          <p:nvPr>
            <p:ph idx="1"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14"/>
          <p:cNvSpPr txBox="1"/>
          <p:nvPr>
            <p:ph idx="2"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14"/>
          <p:cNvSpPr txBox="1"/>
          <p:nvPr>
            <p:ph idx="3"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14"/>
          <p:cNvSpPr txBox="1"/>
          <p:nvPr>
            <p:ph idx="4"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114"/>
          <p:cNvSpPr txBox="1"/>
          <p:nvPr>
            <p:ph idx="5"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14"/>
          <p:cNvSpPr txBox="1"/>
          <p:nvPr>
            <p:ph idx="6"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5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15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6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116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7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117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117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8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9"/>
          <p:cNvSpPr txBox="1"/>
          <p:nvPr>
            <p:ph idx="1" type="subTitle"/>
          </p:nvPr>
        </p:nvSpPr>
        <p:spPr>
          <a:xfrm>
            <a:off x="818280" y="433080"/>
            <a:ext cx="7506000" cy="289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0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120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20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120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1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121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121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121"/>
          <p:cNvSpPr txBox="1"/>
          <p:nvPr>
            <p:ph idx="3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2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122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22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22"/>
          <p:cNvSpPr txBox="1"/>
          <p:nvPr>
            <p:ph idx="3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3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123"/>
          <p:cNvSpPr txBox="1"/>
          <p:nvPr>
            <p:ph idx="1"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123"/>
          <p:cNvSpPr txBox="1"/>
          <p:nvPr>
            <p:ph idx="2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4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124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24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24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24"/>
          <p:cNvSpPr txBox="1"/>
          <p:nvPr>
            <p:ph idx="4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5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125"/>
          <p:cNvSpPr txBox="1"/>
          <p:nvPr>
            <p:ph idx="1"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125"/>
          <p:cNvSpPr txBox="1"/>
          <p:nvPr>
            <p:ph idx="2"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125"/>
          <p:cNvSpPr txBox="1"/>
          <p:nvPr>
            <p:ph idx="3"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125"/>
          <p:cNvSpPr txBox="1"/>
          <p:nvPr>
            <p:ph idx="4"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125"/>
          <p:cNvSpPr txBox="1"/>
          <p:nvPr>
            <p:ph idx="5"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125"/>
          <p:cNvSpPr txBox="1"/>
          <p:nvPr>
            <p:ph idx="6"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6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126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7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127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8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128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128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9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0"/>
          <p:cNvSpPr txBox="1"/>
          <p:nvPr>
            <p:ph idx="1" type="subTitle"/>
          </p:nvPr>
        </p:nvSpPr>
        <p:spPr>
          <a:xfrm>
            <a:off x="818280" y="433080"/>
            <a:ext cx="7506000" cy="289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1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131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131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131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2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132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132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132"/>
          <p:cNvSpPr txBox="1"/>
          <p:nvPr>
            <p:ph idx="3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3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133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133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133"/>
          <p:cNvSpPr txBox="1"/>
          <p:nvPr>
            <p:ph idx="3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4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134"/>
          <p:cNvSpPr txBox="1"/>
          <p:nvPr>
            <p:ph idx="1"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134"/>
          <p:cNvSpPr txBox="1"/>
          <p:nvPr>
            <p:ph idx="2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5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135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135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135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135"/>
          <p:cNvSpPr txBox="1"/>
          <p:nvPr>
            <p:ph idx="4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6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136"/>
          <p:cNvSpPr txBox="1"/>
          <p:nvPr>
            <p:ph idx="1"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136"/>
          <p:cNvSpPr txBox="1"/>
          <p:nvPr>
            <p:ph idx="2"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136"/>
          <p:cNvSpPr txBox="1"/>
          <p:nvPr>
            <p:ph idx="3"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136"/>
          <p:cNvSpPr txBox="1"/>
          <p:nvPr>
            <p:ph idx="4"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136"/>
          <p:cNvSpPr txBox="1"/>
          <p:nvPr>
            <p:ph idx="5"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136"/>
          <p:cNvSpPr txBox="1"/>
          <p:nvPr>
            <p:ph idx="6"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7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137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8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138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9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139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139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0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1"/>
          <p:cNvSpPr txBox="1"/>
          <p:nvPr>
            <p:ph idx="1" type="subTitle"/>
          </p:nvPr>
        </p:nvSpPr>
        <p:spPr>
          <a:xfrm>
            <a:off x="818280" y="433080"/>
            <a:ext cx="7506000" cy="289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2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142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142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142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3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143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143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143"/>
          <p:cNvSpPr txBox="1"/>
          <p:nvPr>
            <p:ph idx="3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44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144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144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144"/>
          <p:cNvSpPr txBox="1"/>
          <p:nvPr>
            <p:ph idx="3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45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145"/>
          <p:cNvSpPr txBox="1"/>
          <p:nvPr>
            <p:ph idx="1"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145"/>
          <p:cNvSpPr txBox="1"/>
          <p:nvPr>
            <p:ph idx="2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6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146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146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146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146"/>
          <p:cNvSpPr txBox="1"/>
          <p:nvPr>
            <p:ph idx="4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7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147"/>
          <p:cNvSpPr txBox="1"/>
          <p:nvPr>
            <p:ph idx="1"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147"/>
          <p:cNvSpPr txBox="1"/>
          <p:nvPr>
            <p:ph idx="2"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147"/>
          <p:cNvSpPr txBox="1"/>
          <p:nvPr>
            <p:ph idx="3"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147"/>
          <p:cNvSpPr txBox="1"/>
          <p:nvPr>
            <p:ph idx="4"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147"/>
          <p:cNvSpPr txBox="1"/>
          <p:nvPr>
            <p:ph idx="5"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147"/>
          <p:cNvSpPr txBox="1"/>
          <p:nvPr>
            <p:ph idx="6"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48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148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9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149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50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150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150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51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52"/>
          <p:cNvSpPr txBox="1"/>
          <p:nvPr>
            <p:ph idx="1" type="subTitle"/>
          </p:nvPr>
        </p:nvSpPr>
        <p:spPr>
          <a:xfrm>
            <a:off x="818280" y="433080"/>
            <a:ext cx="7506000" cy="289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53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153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153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153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4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154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154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154"/>
          <p:cNvSpPr txBox="1"/>
          <p:nvPr>
            <p:ph idx="3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55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155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55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155"/>
          <p:cNvSpPr txBox="1"/>
          <p:nvPr>
            <p:ph idx="3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56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156"/>
          <p:cNvSpPr txBox="1"/>
          <p:nvPr>
            <p:ph idx="1"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156"/>
          <p:cNvSpPr txBox="1"/>
          <p:nvPr>
            <p:ph idx="2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7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157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157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157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157"/>
          <p:cNvSpPr txBox="1"/>
          <p:nvPr>
            <p:ph idx="4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58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158"/>
          <p:cNvSpPr txBox="1"/>
          <p:nvPr>
            <p:ph idx="1"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158"/>
          <p:cNvSpPr txBox="1"/>
          <p:nvPr>
            <p:ph idx="2"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158"/>
          <p:cNvSpPr txBox="1"/>
          <p:nvPr>
            <p:ph idx="3"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p158"/>
          <p:cNvSpPr txBox="1"/>
          <p:nvPr>
            <p:ph idx="4"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158"/>
          <p:cNvSpPr txBox="1"/>
          <p:nvPr>
            <p:ph idx="5"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158"/>
          <p:cNvSpPr txBox="1"/>
          <p:nvPr>
            <p:ph idx="6"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59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159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60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160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61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161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161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62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63"/>
          <p:cNvSpPr txBox="1"/>
          <p:nvPr>
            <p:ph idx="1" type="subTitle"/>
          </p:nvPr>
        </p:nvSpPr>
        <p:spPr>
          <a:xfrm>
            <a:off x="818280" y="433080"/>
            <a:ext cx="7506000" cy="289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64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164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164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164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65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165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3" name="Google Shape;443;p165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165"/>
          <p:cNvSpPr txBox="1"/>
          <p:nvPr>
            <p:ph idx="3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66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166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166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166"/>
          <p:cNvSpPr txBox="1"/>
          <p:nvPr>
            <p:ph idx="3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67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2" name="Google Shape;452;p167"/>
          <p:cNvSpPr txBox="1"/>
          <p:nvPr>
            <p:ph idx="1"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p167"/>
          <p:cNvSpPr txBox="1"/>
          <p:nvPr>
            <p:ph idx="2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68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6" name="Google Shape;456;p168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168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168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9" name="Google Shape;459;p168"/>
          <p:cNvSpPr txBox="1"/>
          <p:nvPr>
            <p:ph idx="4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9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169"/>
          <p:cNvSpPr txBox="1"/>
          <p:nvPr>
            <p:ph idx="1"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169"/>
          <p:cNvSpPr txBox="1"/>
          <p:nvPr>
            <p:ph idx="2"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169"/>
          <p:cNvSpPr txBox="1"/>
          <p:nvPr>
            <p:ph idx="3"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169"/>
          <p:cNvSpPr txBox="1"/>
          <p:nvPr>
            <p:ph idx="4"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169"/>
          <p:cNvSpPr txBox="1"/>
          <p:nvPr>
            <p:ph idx="5"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169"/>
          <p:cNvSpPr txBox="1"/>
          <p:nvPr>
            <p:ph idx="6"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70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170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71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17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72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172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1" name="Google Shape;481;p172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73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74"/>
          <p:cNvSpPr txBox="1"/>
          <p:nvPr>
            <p:ph idx="1" type="subTitle"/>
          </p:nvPr>
        </p:nvSpPr>
        <p:spPr>
          <a:xfrm>
            <a:off x="818280" y="433080"/>
            <a:ext cx="7506000" cy="289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75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8" name="Google Shape;488;p175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175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175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76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176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176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5" name="Google Shape;495;p176"/>
          <p:cNvSpPr txBox="1"/>
          <p:nvPr>
            <p:ph idx="3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77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8" name="Google Shape;498;p177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177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177"/>
          <p:cNvSpPr txBox="1"/>
          <p:nvPr>
            <p:ph idx="3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78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3" name="Google Shape;503;p178"/>
          <p:cNvSpPr txBox="1"/>
          <p:nvPr>
            <p:ph idx="1"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4" name="Google Shape;504;p178"/>
          <p:cNvSpPr txBox="1"/>
          <p:nvPr>
            <p:ph idx="2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79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p179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8" name="Google Shape;508;p179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9" name="Google Shape;509;p179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0" name="Google Shape;510;p179"/>
          <p:cNvSpPr txBox="1"/>
          <p:nvPr>
            <p:ph idx="4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80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3" name="Google Shape;513;p180"/>
          <p:cNvSpPr txBox="1"/>
          <p:nvPr>
            <p:ph idx="1"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4" name="Google Shape;514;p180"/>
          <p:cNvSpPr txBox="1"/>
          <p:nvPr>
            <p:ph idx="2"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5" name="Google Shape;515;p180"/>
          <p:cNvSpPr txBox="1"/>
          <p:nvPr>
            <p:ph idx="3"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6" name="Google Shape;516;p180"/>
          <p:cNvSpPr txBox="1"/>
          <p:nvPr>
            <p:ph idx="4"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7" name="Google Shape;517;p180"/>
          <p:cNvSpPr txBox="1"/>
          <p:nvPr>
            <p:ph idx="5"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8" name="Google Shape;518;p180"/>
          <p:cNvSpPr txBox="1"/>
          <p:nvPr>
            <p:ph idx="6"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81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181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82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8" name="Google Shape;528;p182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83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1" name="Google Shape;531;p183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2" name="Google Shape;532;p183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84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85"/>
          <p:cNvSpPr txBox="1"/>
          <p:nvPr>
            <p:ph idx="1" type="subTitle"/>
          </p:nvPr>
        </p:nvSpPr>
        <p:spPr>
          <a:xfrm>
            <a:off x="818280" y="433080"/>
            <a:ext cx="7506000" cy="289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86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186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0" name="Google Shape;540;p186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186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87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4" name="Google Shape;544;p187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5" name="Google Shape;545;p187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6" name="Google Shape;546;p187"/>
          <p:cNvSpPr txBox="1"/>
          <p:nvPr>
            <p:ph idx="3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88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188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0" name="Google Shape;550;p188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1" name="Google Shape;551;p188"/>
          <p:cNvSpPr txBox="1"/>
          <p:nvPr>
            <p:ph idx="3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89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4" name="Google Shape;554;p189"/>
          <p:cNvSpPr txBox="1"/>
          <p:nvPr>
            <p:ph idx="1"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5" name="Google Shape;555;p189"/>
          <p:cNvSpPr txBox="1"/>
          <p:nvPr>
            <p:ph idx="2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90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8" name="Google Shape;558;p190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9" name="Google Shape;559;p190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0" name="Google Shape;560;p190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1" name="Google Shape;561;p190"/>
          <p:cNvSpPr txBox="1"/>
          <p:nvPr>
            <p:ph idx="4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91"/>
          <p:cNvSpPr txBox="1"/>
          <p:nvPr>
            <p:ph type="title"/>
          </p:nvPr>
        </p:nvSpPr>
        <p:spPr>
          <a:xfrm>
            <a:off x="818280" y="433080"/>
            <a:ext cx="7506000" cy="62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4" name="Google Shape;564;p191"/>
          <p:cNvSpPr txBox="1"/>
          <p:nvPr>
            <p:ph idx="1"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5" name="Google Shape;565;p191"/>
          <p:cNvSpPr txBox="1"/>
          <p:nvPr>
            <p:ph idx="2"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6" name="Google Shape;566;p191"/>
          <p:cNvSpPr txBox="1"/>
          <p:nvPr>
            <p:ph idx="3"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7" name="Google Shape;567;p191"/>
          <p:cNvSpPr txBox="1"/>
          <p:nvPr>
            <p:ph idx="4"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8" name="Google Shape;568;p191"/>
          <p:cNvSpPr txBox="1"/>
          <p:nvPr>
            <p:ph idx="5"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9" name="Google Shape;569;p191"/>
          <p:cNvSpPr txBox="1"/>
          <p:nvPr>
            <p:ph idx="6"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7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12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0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8.xml"/></Relationships>
</file>

<file path=ppt/slideMasters/_rels/slideMaster7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2.xml"/><Relationship Id="rId13" Type="http://schemas.openxmlformats.org/officeDocument/2006/relationships/theme" Target="../theme/theme8.xml"/><Relationship Id="rId1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73.xml"/><Relationship Id="rId2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9.xml"/><Relationship Id="rId8" Type="http://schemas.openxmlformats.org/officeDocument/2006/relationships/slideLayout" Target="../slideLayouts/slideLayout80.xml"/></Relationships>
</file>

<file path=ppt/slideMasters/_rels/slideMaster8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4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/Relationships>
</file>

<file path=ppt/slideMasters/_rels/slideMaster9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06.xml"/><Relationship Id="rId13" Type="http://schemas.openxmlformats.org/officeDocument/2006/relationships/theme" Target="../theme/theme10.xml"/><Relationship Id="rId12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97.xml"/><Relationship Id="rId2" Type="http://schemas.openxmlformats.org/officeDocument/2006/relationships/slideLayout" Target="../slideLayouts/slideLayout98.xml"/><Relationship Id="rId3" Type="http://schemas.openxmlformats.org/officeDocument/2006/relationships/slideLayout" Target="../slideLayouts/slideLayout99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3.xml"/><Relationship Id="rId8" Type="http://schemas.openxmlformats.org/officeDocument/2006/relationships/slideLayout" Target="../slideLayouts/slideLayout104.xml"/></Relationships>
</file>

<file path=ppt/slideMasters/_rels/slideMaster10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118.xml"/><Relationship Id="rId13" Type="http://schemas.openxmlformats.org/officeDocument/2006/relationships/theme" Target="../theme/theme9.xml"/><Relationship Id="rId12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5.xml"/><Relationship Id="rId8" Type="http://schemas.openxmlformats.org/officeDocument/2006/relationships/slideLayout" Target="../slideLayouts/slideLayout116.xml"/></Relationships>
</file>

<file path=ppt/slideMasters/_rels/slideMaster1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31.xml"/><Relationship Id="rId10" Type="http://schemas.openxmlformats.org/officeDocument/2006/relationships/slideLayout" Target="../slideLayouts/slideLayout13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Relationship Id="rId5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127.xml"/><Relationship Id="rId8" Type="http://schemas.openxmlformats.org/officeDocument/2006/relationships/slideLayout" Target="../slideLayouts/slideLayout1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9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49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1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5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3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9" name="Google Shape;109;p53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5"/>
          <p:cNvSpPr txBox="1"/>
          <p:nvPr>
            <p:ph type="title"/>
          </p:nvPr>
        </p:nvSpPr>
        <p:spPr>
          <a:xfrm>
            <a:off x="818280" y="433080"/>
            <a:ext cx="7506000" cy="62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0" name="Google Shape;160;p55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7"/>
          <p:cNvSpPr/>
          <p:nvPr/>
        </p:nvSpPr>
        <p:spPr>
          <a:xfrm>
            <a:off x="6524640" y="0"/>
            <a:ext cx="2617920" cy="5142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7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2" name="Google Shape;212;p57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9"/>
          <p:cNvSpPr/>
          <p:nvPr/>
        </p:nvSpPr>
        <p:spPr>
          <a:xfrm>
            <a:off x="-31680" y="-39600"/>
            <a:ext cx="6126480" cy="5181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59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4" name="Google Shape;264;p59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1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5" name="Google Shape;315;p6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3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6" name="Google Shape;366;p63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7444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5"/>
          <p:cNvSpPr/>
          <p:nvPr/>
        </p:nvSpPr>
        <p:spPr>
          <a:xfrm>
            <a:off x="1409760" y="647640"/>
            <a:ext cx="6189840" cy="3808440"/>
          </a:xfrm>
          <a:prstGeom prst="rect">
            <a:avLst/>
          </a:pr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65"/>
          <p:cNvSpPr/>
          <p:nvPr/>
        </p:nvSpPr>
        <p:spPr>
          <a:xfrm>
            <a:off x="3314520" y="1390680"/>
            <a:ext cx="4989600" cy="2322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65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9" name="Google Shape;419;p65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7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70" name="Google Shape;470;p67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9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1" name="Google Shape;521;p69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7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1"/>
          <p:cNvPicPr preferRelativeResize="0"/>
          <p:nvPr/>
        </p:nvPicPr>
        <p:blipFill rotWithShape="1">
          <a:blip r:embed="rId4">
            <a:alphaModFix/>
          </a:blip>
          <a:srcRect b="0" l="-1759" r="1759" t="0"/>
          <a:stretch/>
        </p:blipFill>
        <p:spPr>
          <a:xfrm>
            <a:off x="-171700" y="-25650"/>
            <a:ext cx="9315700" cy="51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1"/>
          <p:cNvSpPr txBox="1"/>
          <p:nvPr>
            <p:ph idx="4294967295" type="title"/>
          </p:nvPr>
        </p:nvSpPr>
        <p:spPr>
          <a:xfrm>
            <a:off x="5121100" y="1522900"/>
            <a:ext cx="4022700" cy="189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OMNIMED - Sprint de </a:t>
            </a:r>
            <a:r>
              <a:rPr b="1" lang="en" sz="3000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</a:t>
            </a:r>
            <a:r>
              <a:rPr b="1" i="0" lang="en" sz="30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 02</a:t>
            </a:r>
            <a:endParaRPr b="0" i="0" sz="3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"/>
          <p:cNvSpPr txBox="1"/>
          <p:nvPr>
            <p:ph idx="4294967295" type="subTitle"/>
          </p:nvPr>
        </p:nvSpPr>
        <p:spPr>
          <a:xfrm>
            <a:off x="5676840" y="3248640"/>
            <a:ext cx="279000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3430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Orador: Emerson Lima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"/>
          <p:cNvSpPr/>
          <p:nvPr/>
        </p:nvSpPr>
        <p:spPr>
          <a:xfrm>
            <a:off x="-14760" y="2271960"/>
            <a:ext cx="917208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2"/>
          <p:cNvSpPr/>
          <p:nvPr/>
        </p:nvSpPr>
        <p:spPr>
          <a:xfrm>
            <a:off x="868320" y="1914840"/>
            <a:ext cx="734040" cy="73404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"/>
          <p:cNvSpPr/>
          <p:nvPr/>
        </p:nvSpPr>
        <p:spPr>
          <a:xfrm>
            <a:off x="2980440" y="1890720"/>
            <a:ext cx="734040" cy="73404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"/>
          <p:cNvSpPr/>
          <p:nvPr/>
        </p:nvSpPr>
        <p:spPr>
          <a:xfrm>
            <a:off x="5077800" y="1899000"/>
            <a:ext cx="734040" cy="73404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"/>
          <p:cNvSpPr/>
          <p:nvPr/>
        </p:nvSpPr>
        <p:spPr>
          <a:xfrm>
            <a:off x="818280" y="459720"/>
            <a:ext cx="211104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SUMÁRIO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"/>
          <p:cNvSpPr/>
          <p:nvPr/>
        </p:nvSpPr>
        <p:spPr>
          <a:xfrm>
            <a:off x="388080" y="2019240"/>
            <a:ext cx="1694520" cy="50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"/>
          <p:cNvSpPr/>
          <p:nvPr/>
        </p:nvSpPr>
        <p:spPr>
          <a:xfrm>
            <a:off x="180000" y="2861280"/>
            <a:ext cx="211104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 BANCO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DE DADOS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"/>
          <p:cNvSpPr/>
          <p:nvPr/>
        </p:nvSpPr>
        <p:spPr>
          <a:xfrm>
            <a:off x="2486520" y="2005560"/>
            <a:ext cx="1694520" cy="50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"/>
          <p:cNvSpPr/>
          <p:nvPr/>
        </p:nvSpPr>
        <p:spPr>
          <a:xfrm>
            <a:off x="2292120" y="2847600"/>
            <a:ext cx="211104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ROTAS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"/>
          <p:cNvSpPr/>
          <p:nvPr/>
        </p:nvSpPr>
        <p:spPr>
          <a:xfrm>
            <a:off x="4597560" y="2025000"/>
            <a:ext cx="1694520" cy="50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"/>
          <p:cNvSpPr/>
          <p:nvPr/>
        </p:nvSpPr>
        <p:spPr>
          <a:xfrm>
            <a:off x="4411080" y="2898000"/>
            <a:ext cx="2067840" cy="487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TESTES REGREÇÃO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"/>
          <p:cNvSpPr/>
          <p:nvPr/>
        </p:nvSpPr>
        <p:spPr>
          <a:xfrm>
            <a:off x="916560" y="961920"/>
            <a:ext cx="162612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2"/>
          <p:cNvSpPr/>
          <p:nvPr/>
        </p:nvSpPr>
        <p:spPr>
          <a:xfrm>
            <a:off x="5077800" y="1893960"/>
            <a:ext cx="734040" cy="73404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"/>
          <p:cNvSpPr/>
          <p:nvPr/>
        </p:nvSpPr>
        <p:spPr>
          <a:xfrm>
            <a:off x="4597560" y="2019960"/>
            <a:ext cx="1694520" cy="50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"/>
          <p:cNvSpPr/>
          <p:nvPr/>
        </p:nvSpPr>
        <p:spPr>
          <a:xfrm>
            <a:off x="4411080" y="2892960"/>
            <a:ext cx="2067840" cy="48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"/>
          <p:cNvSpPr/>
          <p:nvPr/>
        </p:nvSpPr>
        <p:spPr>
          <a:xfrm>
            <a:off x="7057800" y="1893960"/>
            <a:ext cx="734040" cy="73404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"/>
          <p:cNvSpPr/>
          <p:nvPr/>
        </p:nvSpPr>
        <p:spPr>
          <a:xfrm>
            <a:off x="6577560" y="2019960"/>
            <a:ext cx="1694520" cy="50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"/>
          <p:cNvSpPr/>
          <p:nvPr/>
        </p:nvSpPr>
        <p:spPr>
          <a:xfrm>
            <a:off x="6391080" y="2892960"/>
            <a:ext cx="2067840" cy="487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MÓDULOS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"/>
          <p:cNvSpPr/>
          <p:nvPr/>
        </p:nvSpPr>
        <p:spPr>
          <a:xfrm>
            <a:off x="7057800" y="1888920"/>
            <a:ext cx="734040" cy="73404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"/>
          <p:cNvSpPr/>
          <p:nvPr/>
        </p:nvSpPr>
        <p:spPr>
          <a:xfrm>
            <a:off x="6577560" y="2014920"/>
            <a:ext cx="1694520" cy="50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"/>
          <p:cNvSpPr/>
          <p:nvPr/>
        </p:nvSpPr>
        <p:spPr>
          <a:xfrm>
            <a:off x="6391080" y="2887920"/>
            <a:ext cx="2067840" cy="48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3"/>
          <p:cNvPicPr preferRelativeResize="0"/>
          <p:nvPr/>
        </p:nvPicPr>
        <p:blipFill rotWithShape="1">
          <a:blip r:embed="rId3">
            <a:alphaModFix/>
          </a:blip>
          <a:srcRect b="0" l="12158" r="29199" t="0"/>
          <a:stretch/>
        </p:blipFill>
        <p:spPr>
          <a:xfrm>
            <a:off x="4626360" y="0"/>
            <a:ext cx="4516200" cy="514224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3"/>
          <p:cNvSpPr/>
          <p:nvPr/>
        </p:nvSpPr>
        <p:spPr>
          <a:xfrm>
            <a:off x="0" y="865800"/>
            <a:ext cx="5013000" cy="3410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"/>
          <p:cNvSpPr txBox="1"/>
          <p:nvPr>
            <p:ph idx="4294967295" type="title"/>
          </p:nvPr>
        </p:nvSpPr>
        <p:spPr>
          <a:xfrm>
            <a:off x="190080" y="1972440"/>
            <a:ext cx="4655880" cy="14810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BANCO DE DADOS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"/>
          <p:cNvSpPr txBox="1"/>
          <p:nvPr>
            <p:ph idx="4294967295" type="title"/>
          </p:nvPr>
        </p:nvSpPr>
        <p:spPr>
          <a:xfrm>
            <a:off x="1641240" y="1367640"/>
            <a:ext cx="1753200" cy="6033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"/>
          <p:cNvSpPr txBox="1"/>
          <p:nvPr>
            <p:ph type="title"/>
          </p:nvPr>
        </p:nvSpPr>
        <p:spPr>
          <a:xfrm>
            <a:off x="402480" y="97920"/>
            <a:ext cx="350784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BANCO DE DADOS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4"/>
          <p:cNvSpPr/>
          <p:nvPr/>
        </p:nvSpPr>
        <p:spPr>
          <a:xfrm>
            <a:off x="536760" y="670680"/>
            <a:ext cx="519948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4"/>
          <p:cNvSpPr/>
          <p:nvPr/>
        </p:nvSpPr>
        <p:spPr>
          <a:xfrm>
            <a:off x="536760" y="1448280"/>
            <a:ext cx="8487000" cy="73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Para a criação do banco de dados do Sprint de Integração #02, foi necessário unificar o Modelo de Entidade-Relacionamento (MER) refatorado por todos os módulos, após isso, gerando automaticamente o Modelo Lógico, e consequentemente, criando o Modelo Físico em um Banco de Dados Relacional (SQL).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"/>
          <p:cNvSpPr/>
          <p:nvPr/>
        </p:nvSpPr>
        <p:spPr>
          <a:xfrm>
            <a:off x="746640" y="859320"/>
            <a:ext cx="8217720" cy="487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Criação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"/>
          <p:cNvSpPr/>
          <p:nvPr/>
        </p:nvSpPr>
        <p:spPr>
          <a:xfrm>
            <a:off x="533160" y="3038400"/>
            <a:ext cx="8494560" cy="1095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Para a integração dos inserts, foi necessário primeiramente identificar os pontos que não foram levados em conta e inserts que faltaram nos casos de testes. Após adaptações e criação dos inserts faltantes, foi necessário integrar todos os inserts, adaptando as ordens de inserção e novos campos. Após as adaptações, foram feitos os inserts no banco de dados, ajustando problemas que foram identificados. 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"/>
          <p:cNvSpPr/>
          <p:nvPr/>
        </p:nvSpPr>
        <p:spPr>
          <a:xfrm>
            <a:off x="742680" y="2352240"/>
            <a:ext cx="8217720" cy="487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Inserção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"/>
          <p:cNvSpPr txBox="1"/>
          <p:nvPr>
            <p:ph type="title"/>
          </p:nvPr>
        </p:nvSpPr>
        <p:spPr>
          <a:xfrm>
            <a:off x="402480" y="97920"/>
            <a:ext cx="350784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BANCO DE DADOS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5"/>
          <p:cNvSpPr/>
          <p:nvPr/>
        </p:nvSpPr>
        <p:spPr>
          <a:xfrm>
            <a:off x="536760" y="670680"/>
            <a:ext cx="519948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5"/>
          <p:cNvSpPr/>
          <p:nvPr/>
        </p:nvSpPr>
        <p:spPr>
          <a:xfrm>
            <a:off x="746640" y="859320"/>
            <a:ext cx="8217720" cy="487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Criação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7" name="Google Shape;6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760" y="1275120"/>
            <a:ext cx="7544160" cy="3867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"/>
          <p:cNvSpPr txBox="1"/>
          <p:nvPr>
            <p:ph type="title"/>
          </p:nvPr>
        </p:nvSpPr>
        <p:spPr>
          <a:xfrm>
            <a:off x="402480" y="97920"/>
            <a:ext cx="350784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BANCO DE DADOS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6"/>
          <p:cNvSpPr/>
          <p:nvPr/>
        </p:nvSpPr>
        <p:spPr>
          <a:xfrm>
            <a:off x="536760" y="670680"/>
            <a:ext cx="519948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p6"/>
          <p:cNvSpPr/>
          <p:nvPr/>
        </p:nvSpPr>
        <p:spPr>
          <a:xfrm>
            <a:off x="746640" y="859320"/>
            <a:ext cx="8217720" cy="487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Inserção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6"/>
          <p:cNvSpPr/>
          <p:nvPr/>
        </p:nvSpPr>
        <p:spPr>
          <a:xfrm>
            <a:off x="746640" y="1351800"/>
            <a:ext cx="821772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6" name="Google Shape;636;p6"/>
          <p:cNvPicPr preferRelativeResize="0"/>
          <p:nvPr/>
        </p:nvPicPr>
        <p:blipFill rotWithShape="1">
          <a:blip r:embed="rId3">
            <a:alphaModFix/>
          </a:blip>
          <a:srcRect b="9196" l="3699" r="9683" t="6807"/>
          <a:stretch/>
        </p:blipFill>
        <p:spPr>
          <a:xfrm>
            <a:off x="1260000" y="1314720"/>
            <a:ext cx="7018920" cy="3827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"/>
          <p:cNvSpPr txBox="1"/>
          <p:nvPr>
            <p:ph idx="4294967295" type="title"/>
          </p:nvPr>
        </p:nvSpPr>
        <p:spPr>
          <a:xfrm>
            <a:off x="-109800" y="1972440"/>
            <a:ext cx="5153400" cy="14810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ROTAS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7"/>
          <p:cNvSpPr txBox="1"/>
          <p:nvPr>
            <p:ph idx="4294967295" type="title"/>
          </p:nvPr>
        </p:nvSpPr>
        <p:spPr>
          <a:xfrm>
            <a:off x="1641240" y="1367640"/>
            <a:ext cx="1753200" cy="6033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3" name="Google Shape;643;p7"/>
          <p:cNvPicPr preferRelativeResize="0"/>
          <p:nvPr/>
        </p:nvPicPr>
        <p:blipFill rotWithShape="1">
          <a:blip r:embed="rId3">
            <a:alphaModFix/>
          </a:blip>
          <a:srcRect b="0" l="39183" r="20933" t="0"/>
          <a:stretch/>
        </p:blipFill>
        <p:spPr>
          <a:xfrm>
            <a:off x="4959360" y="0"/>
            <a:ext cx="3070080" cy="5142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8"/>
          <p:cNvSpPr txBox="1"/>
          <p:nvPr>
            <p:ph type="title"/>
          </p:nvPr>
        </p:nvSpPr>
        <p:spPr>
          <a:xfrm>
            <a:off x="818280" y="459720"/>
            <a:ext cx="579744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INTEGRAÇÃO DAS ROTAS 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8"/>
          <p:cNvSpPr/>
          <p:nvPr/>
        </p:nvSpPr>
        <p:spPr>
          <a:xfrm>
            <a:off x="916560" y="961920"/>
            <a:ext cx="303372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8"/>
          <p:cNvSpPr/>
          <p:nvPr/>
        </p:nvSpPr>
        <p:spPr>
          <a:xfrm>
            <a:off x="916560" y="2067840"/>
            <a:ext cx="8092440" cy="456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spAutoFit/>
          </a:bodyPr>
          <a:lstStyle/>
          <a:p>
            <a:pPr indent="-30492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Char char="●"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Exemplo de Integração de Rotas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9"/>
          <p:cNvSpPr txBox="1"/>
          <p:nvPr>
            <p:ph idx="4294967295" type="title"/>
          </p:nvPr>
        </p:nvSpPr>
        <p:spPr>
          <a:xfrm>
            <a:off x="774720" y="1698480"/>
            <a:ext cx="4127760" cy="14810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TESTES REGRE</a:t>
            </a:r>
            <a:r>
              <a:rPr b="1" lang="en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SS</a:t>
            </a:r>
            <a:r>
              <a:rPr b="1" i="0" lang="en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ÃO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9"/>
          <p:cNvSpPr txBox="1"/>
          <p:nvPr>
            <p:ph idx="4294967295" type="title"/>
          </p:nvPr>
        </p:nvSpPr>
        <p:spPr>
          <a:xfrm>
            <a:off x="3149280" y="1367640"/>
            <a:ext cx="1753200" cy="6033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03: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7" name="Google Shape;6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8840" y="1268640"/>
            <a:ext cx="3933720" cy="260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0"/>
          <p:cNvSpPr txBox="1"/>
          <p:nvPr>
            <p:ph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Resultados – Módulo 01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3" name="Google Shape;663;p10"/>
          <p:cNvGraphicFramePr/>
          <p:nvPr/>
        </p:nvGraphicFramePr>
        <p:xfrm>
          <a:off x="1650240" y="246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{FE4B2AF5-84B9-42B8-8DDD-B402E5240D7A}</a:tableStyleId>
              </a:tblPr>
              <a:tblGrid>
                <a:gridCol w="1498325"/>
                <a:gridCol w="1498325"/>
                <a:gridCol w="1498325"/>
                <a:gridCol w="1499400"/>
              </a:tblGrid>
              <a:tr h="57492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Testes das Funcionalidades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Aplicação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Falhas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Correções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Pendencias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75%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r>
                        <a:rPr b="1" lang="en" sz="1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2,5%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4" name="Google Shape;664;p10"/>
          <p:cNvSpPr/>
          <p:nvPr/>
        </p:nvSpPr>
        <p:spPr>
          <a:xfrm>
            <a:off x="916560" y="961920"/>
            <a:ext cx="1972440" cy="21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p10"/>
          <p:cNvSpPr/>
          <p:nvPr/>
        </p:nvSpPr>
        <p:spPr>
          <a:xfrm>
            <a:off x="1648800" y="1351800"/>
            <a:ext cx="5845320" cy="1127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Sprint de Integração #01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Front/Back-end - 80%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1"/>
          <p:cNvSpPr txBox="1"/>
          <p:nvPr>
            <p:ph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Resultados – Módulo 02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71" name="Google Shape;671;p11"/>
          <p:cNvGraphicFramePr/>
          <p:nvPr/>
        </p:nvGraphicFramePr>
        <p:xfrm>
          <a:off x="1650240" y="246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{FE4B2AF5-84B9-42B8-8DDD-B402E5240D7A}</a:tableStyleId>
              </a:tblPr>
              <a:tblGrid>
                <a:gridCol w="1498325"/>
                <a:gridCol w="1498325"/>
                <a:gridCol w="1498325"/>
                <a:gridCol w="1499400"/>
              </a:tblGrid>
              <a:tr h="57492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Testes das Funcionalidades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Aplicação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Falhas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Correções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Pendencias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32</a:t>
                      </a:r>
                      <a:r>
                        <a:rPr b="1" lang="en" sz="1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32</a:t>
                      </a:r>
                      <a:r>
                        <a:rPr b="1" lang="en" sz="1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2" name="Google Shape;672;p11"/>
          <p:cNvSpPr/>
          <p:nvPr/>
        </p:nvSpPr>
        <p:spPr>
          <a:xfrm>
            <a:off x="916560" y="961920"/>
            <a:ext cx="1972440" cy="21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p11"/>
          <p:cNvSpPr/>
          <p:nvPr/>
        </p:nvSpPr>
        <p:spPr>
          <a:xfrm>
            <a:off x="1648800" y="1351800"/>
            <a:ext cx="584532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Sprint de Integração #01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Front/Back-end - 6</a:t>
            </a:r>
            <a:r>
              <a:rPr b="1" lang="en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%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2"/>
          <p:cNvSpPr txBox="1"/>
          <p:nvPr>
            <p:ph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Resultados – Módulo 03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79" name="Google Shape;679;p12"/>
          <p:cNvGraphicFramePr/>
          <p:nvPr/>
        </p:nvGraphicFramePr>
        <p:xfrm>
          <a:off x="1650240" y="246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{FE4B2AF5-84B9-42B8-8DDD-B402E5240D7A}</a:tableStyleId>
              </a:tblPr>
              <a:tblGrid>
                <a:gridCol w="1498325"/>
                <a:gridCol w="1498325"/>
                <a:gridCol w="1498325"/>
                <a:gridCol w="1499400"/>
              </a:tblGrid>
              <a:tr h="57492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Testes das Funcionalidades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Aplicação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Falhas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Correções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Pendencias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95</a:t>
                      </a:r>
                      <a:r>
                        <a:rPr b="1" lang="en" sz="1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r>
                        <a:rPr b="1" lang="en" sz="1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r>
                        <a:rPr b="1" lang="en" sz="1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80" name="Google Shape;680;p12"/>
          <p:cNvSpPr/>
          <p:nvPr/>
        </p:nvSpPr>
        <p:spPr>
          <a:xfrm>
            <a:off x="916560" y="961920"/>
            <a:ext cx="1972440" cy="21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p12"/>
          <p:cNvSpPr/>
          <p:nvPr/>
        </p:nvSpPr>
        <p:spPr>
          <a:xfrm>
            <a:off x="1648800" y="1351800"/>
            <a:ext cx="584532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Sprint de Integração #01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Front/Back-end - </a:t>
            </a:r>
            <a:r>
              <a:rPr b="1" lang="en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100</a:t>
            </a: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%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3"/>
          <p:cNvSpPr/>
          <p:nvPr/>
        </p:nvSpPr>
        <p:spPr>
          <a:xfrm>
            <a:off x="0" y="822240"/>
            <a:ext cx="6283800" cy="3678480"/>
          </a:xfrm>
          <a:prstGeom prst="rect">
            <a:avLst/>
          </a:pr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3"/>
          <p:cNvSpPr txBox="1"/>
          <p:nvPr>
            <p:ph idx="4294967295" type="title"/>
          </p:nvPr>
        </p:nvSpPr>
        <p:spPr>
          <a:xfrm>
            <a:off x="1388880" y="1830600"/>
            <a:ext cx="3794040" cy="14810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MÓDULO 1: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ADMINISTRATIVO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4"/>
          <p:cNvSpPr txBox="1"/>
          <p:nvPr>
            <p:ph idx="4294967295"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Gabriel Evaristo – Product Owner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4"/>
          <p:cNvSpPr txBox="1"/>
          <p:nvPr>
            <p:ph idx="4294967295" type="title"/>
          </p:nvPr>
        </p:nvSpPr>
        <p:spPr>
          <a:xfrm>
            <a:off x="848520" y="232524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4"/>
          <p:cNvSpPr txBox="1"/>
          <p:nvPr>
            <p:ph idx="4294967295" type="subTitle"/>
          </p:nvPr>
        </p:nvSpPr>
        <p:spPr>
          <a:xfrm>
            <a:off x="848520" y="2677320"/>
            <a:ext cx="1742040" cy="926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dos banco integrado: conceitual, lógico e físico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4"/>
          <p:cNvSpPr txBox="1"/>
          <p:nvPr>
            <p:ph idx="4294967295" type="title"/>
          </p:nvPr>
        </p:nvSpPr>
        <p:spPr>
          <a:xfrm>
            <a:off x="2765520" y="232524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4"/>
          <p:cNvSpPr txBox="1"/>
          <p:nvPr>
            <p:ph idx="4294967295" type="subTitle"/>
          </p:nvPr>
        </p:nvSpPr>
        <p:spPr>
          <a:xfrm>
            <a:off x="2765520" y="2677320"/>
            <a:ext cx="1742040" cy="926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dos casos de testes referentes ao Sprint de desenvolvimento #02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4"/>
          <p:cNvSpPr txBox="1"/>
          <p:nvPr>
            <p:ph idx="4294967295" type="title"/>
          </p:nvPr>
        </p:nvSpPr>
        <p:spPr>
          <a:xfrm>
            <a:off x="4682520" y="232524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3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4"/>
          <p:cNvSpPr txBox="1"/>
          <p:nvPr>
            <p:ph idx="4294967295" type="title"/>
          </p:nvPr>
        </p:nvSpPr>
        <p:spPr>
          <a:xfrm>
            <a:off x="6599520" y="232524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DIFICULDADES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4"/>
          <p:cNvSpPr txBox="1"/>
          <p:nvPr>
            <p:ph idx="4294967295" type="subTitle"/>
          </p:nvPr>
        </p:nvSpPr>
        <p:spPr>
          <a:xfrm>
            <a:off x="6599520" y="267732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Organização do tempo.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4"/>
          <p:cNvSpPr/>
          <p:nvPr/>
        </p:nvSpPr>
        <p:spPr>
          <a:xfrm>
            <a:off x="3298680" y="153828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4"/>
          <p:cNvSpPr/>
          <p:nvPr/>
        </p:nvSpPr>
        <p:spPr>
          <a:xfrm>
            <a:off x="5199840" y="153828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4"/>
          <p:cNvSpPr/>
          <p:nvPr/>
        </p:nvSpPr>
        <p:spPr>
          <a:xfrm>
            <a:off x="7132680" y="153828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3" name="Google Shape;703;p14"/>
          <p:cNvGrpSpPr/>
          <p:nvPr/>
        </p:nvGrpSpPr>
        <p:grpSpPr>
          <a:xfrm>
            <a:off x="5330880" y="1655640"/>
            <a:ext cx="397800" cy="353880"/>
            <a:chOff x="5330880" y="1655640"/>
            <a:chExt cx="397800" cy="353880"/>
          </a:xfrm>
        </p:grpSpPr>
        <p:sp>
          <p:nvSpPr>
            <p:cNvPr id="704" name="Google Shape;704;p14"/>
            <p:cNvSpPr/>
            <p:nvPr/>
          </p:nvSpPr>
          <p:spPr>
            <a:xfrm>
              <a:off x="5375520" y="1836360"/>
              <a:ext cx="48600" cy="16560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4"/>
            <p:cNvSpPr/>
            <p:nvPr/>
          </p:nvSpPr>
          <p:spPr>
            <a:xfrm>
              <a:off x="5356800" y="1955160"/>
              <a:ext cx="10800" cy="54360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4"/>
            <p:cNvSpPr/>
            <p:nvPr/>
          </p:nvSpPr>
          <p:spPr>
            <a:xfrm>
              <a:off x="5330880" y="1805040"/>
              <a:ext cx="230400" cy="203760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4"/>
            <p:cNvSpPr/>
            <p:nvPr/>
          </p:nvSpPr>
          <p:spPr>
            <a:xfrm>
              <a:off x="5493600" y="1655640"/>
              <a:ext cx="235080" cy="197640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4"/>
            <p:cNvSpPr/>
            <p:nvPr/>
          </p:nvSpPr>
          <p:spPr>
            <a:xfrm>
              <a:off x="5524560" y="1693080"/>
              <a:ext cx="173160" cy="110520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9" name="Google Shape;709;p14"/>
          <p:cNvSpPr/>
          <p:nvPr/>
        </p:nvSpPr>
        <p:spPr>
          <a:xfrm>
            <a:off x="1381680" y="153828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4"/>
          <p:cNvSpPr/>
          <p:nvPr/>
        </p:nvSpPr>
        <p:spPr>
          <a:xfrm>
            <a:off x="7228440" y="1610280"/>
            <a:ext cx="437400" cy="399240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1" name="Google Shape;711;p14"/>
          <p:cNvGrpSpPr/>
          <p:nvPr/>
        </p:nvGrpSpPr>
        <p:grpSpPr>
          <a:xfrm>
            <a:off x="3425760" y="1635120"/>
            <a:ext cx="374040" cy="374040"/>
            <a:chOff x="3425760" y="1635120"/>
            <a:chExt cx="374040" cy="374040"/>
          </a:xfrm>
        </p:grpSpPr>
        <p:sp>
          <p:nvSpPr>
            <p:cNvPr id="712" name="Google Shape;712;p14"/>
            <p:cNvSpPr/>
            <p:nvPr/>
          </p:nvSpPr>
          <p:spPr>
            <a:xfrm>
              <a:off x="3425760" y="1776240"/>
              <a:ext cx="374040" cy="23292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4"/>
            <p:cNvSpPr/>
            <p:nvPr/>
          </p:nvSpPr>
          <p:spPr>
            <a:xfrm>
              <a:off x="3431520" y="1635120"/>
              <a:ext cx="357480" cy="215640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4" name="Google Shape;714;p14"/>
          <p:cNvGrpSpPr/>
          <p:nvPr/>
        </p:nvGrpSpPr>
        <p:grpSpPr>
          <a:xfrm>
            <a:off x="1538280" y="1695960"/>
            <a:ext cx="314640" cy="313560"/>
            <a:chOff x="1538280" y="1695960"/>
            <a:chExt cx="314640" cy="313560"/>
          </a:xfrm>
        </p:grpSpPr>
        <p:sp>
          <p:nvSpPr>
            <p:cNvPr id="715" name="Google Shape;715;p14"/>
            <p:cNvSpPr/>
            <p:nvPr/>
          </p:nvSpPr>
          <p:spPr>
            <a:xfrm>
              <a:off x="1538280" y="1695960"/>
              <a:ext cx="314640" cy="313560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4"/>
            <p:cNvSpPr/>
            <p:nvPr/>
          </p:nvSpPr>
          <p:spPr>
            <a:xfrm>
              <a:off x="1643400" y="1716840"/>
              <a:ext cx="188640" cy="179640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4"/>
            <p:cNvSpPr/>
            <p:nvPr/>
          </p:nvSpPr>
          <p:spPr>
            <a:xfrm>
              <a:off x="1699200" y="1750680"/>
              <a:ext cx="84600" cy="103680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4"/>
            <p:cNvSpPr/>
            <p:nvPr/>
          </p:nvSpPr>
          <p:spPr>
            <a:xfrm>
              <a:off x="1748520" y="1812960"/>
              <a:ext cx="103320" cy="102600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9" name="Google Shape;719;p14"/>
          <p:cNvSpPr/>
          <p:nvPr/>
        </p:nvSpPr>
        <p:spPr>
          <a:xfrm flipH="1" rot="10800000">
            <a:off x="916560" y="948600"/>
            <a:ext cx="5685840" cy="133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p14"/>
          <p:cNvSpPr/>
          <p:nvPr/>
        </p:nvSpPr>
        <p:spPr>
          <a:xfrm>
            <a:off x="4690800" y="2677320"/>
            <a:ext cx="1742040" cy="926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da apresentação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5"/>
          <p:cNvSpPr txBox="1"/>
          <p:nvPr>
            <p:ph idx="4294967295"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Ingrid Lima – Analista / Testador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5"/>
          <p:cNvSpPr txBox="1"/>
          <p:nvPr>
            <p:ph idx="4294967295" type="title"/>
          </p:nvPr>
        </p:nvSpPr>
        <p:spPr>
          <a:xfrm>
            <a:off x="848520" y="239292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5"/>
          <p:cNvSpPr txBox="1"/>
          <p:nvPr>
            <p:ph idx="4294967295" type="subTitle"/>
          </p:nvPr>
        </p:nvSpPr>
        <p:spPr>
          <a:xfrm>
            <a:off x="848520" y="274500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Reaplicação dos casos de teste, após migração do </a:t>
            </a:r>
            <a:r>
              <a:rPr b="0" i="1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Sprint </a:t>
            </a: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 Desenvolvimento #01.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5"/>
          <p:cNvSpPr txBox="1"/>
          <p:nvPr>
            <p:ph idx="4294967295" type="title"/>
          </p:nvPr>
        </p:nvSpPr>
        <p:spPr>
          <a:xfrm>
            <a:off x="2765520" y="239292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5"/>
          <p:cNvSpPr txBox="1"/>
          <p:nvPr>
            <p:ph idx="4294967295" type="subTitle"/>
          </p:nvPr>
        </p:nvSpPr>
        <p:spPr>
          <a:xfrm>
            <a:off x="2765520" y="274500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Reporte dos </a:t>
            </a:r>
            <a:r>
              <a:rPr b="0" i="1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bugs </a:t>
            </a: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encontrados durante reaplicação dos casos de teste.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15"/>
          <p:cNvSpPr txBox="1"/>
          <p:nvPr>
            <p:ph idx="4294967295" type="title"/>
          </p:nvPr>
        </p:nvSpPr>
        <p:spPr>
          <a:xfrm>
            <a:off x="4682520" y="239292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3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5"/>
          <p:cNvSpPr txBox="1"/>
          <p:nvPr>
            <p:ph idx="4294967295" type="subTitle"/>
          </p:nvPr>
        </p:nvSpPr>
        <p:spPr>
          <a:xfrm>
            <a:off x="4682520" y="274500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Criação dos casos de teste referentes às funcionalidades do </a:t>
            </a:r>
            <a:r>
              <a:rPr b="0" i="1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Sprint </a:t>
            </a: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 Desenvolvimento #02.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15"/>
          <p:cNvSpPr txBox="1"/>
          <p:nvPr>
            <p:ph idx="4294967295" type="title"/>
          </p:nvPr>
        </p:nvSpPr>
        <p:spPr>
          <a:xfrm>
            <a:off x="6599520" y="239292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DIFICULDADES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15"/>
          <p:cNvSpPr txBox="1"/>
          <p:nvPr>
            <p:ph idx="4294967295" type="subTitle"/>
          </p:nvPr>
        </p:nvSpPr>
        <p:spPr>
          <a:xfrm>
            <a:off x="6599520" y="274500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Organização de tempo; Comunicação.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5"/>
          <p:cNvSpPr/>
          <p:nvPr/>
        </p:nvSpPr>
        <p:spPr>
          <a:xfrm>
            <a:off x="3298680" y="16059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5"/>
          <p:cNvSpPr/>
          <p:nvPr/>
        </p:nvSpPr>
        <p:spPr>
          <a:xfrm>
            <a:off x="5199840" y="16059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5"/>
          <p:cNvSpPr/>
          <p:nvPr/>
        </p:nvSpPr>
        <p:spPr>
          <a:xfrm>
            <a:off x="7132680" y="16059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7" name="Google Shape;737;p15"/>
          <p:cNvGrpSpPr/>
          <p:nvPr/>
        </p:nvGrpSpPr>
        <p:grpSpPr>
          <a:xfrm>
            <a:off x="5330880" y="1723320"/>
            <a:ext cx="397800" cy="353520"/>
            <a:chOff x="5330880" y="1723320"/>
            <a:chExt cx="397800" cy="353520"/>
          </a:xfrm>
        </p:grpSpPr>
        <p:sp>
          <p:nvSpPr>
            <p:cNvPr id="738" name="Google Shape;738;p15"/>
            <p:cNvSpPr/>
            <p:nvPr/>
          </p:nvSpPr>
          <p:spPr>
            <a:xfrm>
              <a:off x="5375520" y="1904040"/>
              <a:ext cx="48600" cy="16560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5"/>
            <p:cNvSpPr/>
            <p:nvPr/>
          </p:nvSpPr>
          <p:spPr>
            <a:xfrm>
              <a:off x="5356800" y="2022480"/>
              <a:ext cx="10800" cy="54360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5"/>
            <p:cNvSpPr/>
            <p:nvPr/>
          </p:nvSpPr>
          <p:spPr>
            <a:xfrm>
              <a:off x="5330880" y="1872720"/>
              <a:ext cx="230400" cy="203760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5"/>
            <p:cNvSpPr/>
            <p:nvPr/>
          </p:nvSpPr>
          <p:spPr>
            <a:xfrm>
              <a:off x="5493600" y="1723320"/>
              <a:ext cx="235080" cy="197640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5"/>
            <p:cNvSpPr/>
            <p:nvPr/>
          </p:nvSpPr>
          <p:spPr>
            <a:xfrm>
              <a:off x="5524560" y="1760760"/>
              <a:ext cx="173160" cy="110520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3" name="Google Shape;743;p15"/>
          <p:cNvSpPr/>
          <p:nvPr/>
        </p:nvSpPr>
        <p:spPr>
          <a:xfrm>
            <a:off x="1381680" y="16059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5"/>
          <p:cNvSpPr/>
          <p:nvPr/>
        </p:nvSpPr>
        <p:spPr>
          <a:xfrm>
            <a:off x="7228440" y="1677600"/>
            <a:ext cx="437400" cy="399240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5" name="Google Shape;745;p15"/>
          <p:cNvGrpSpPr/>
          <p:nvPr/>
        </p:nvGrpSpPr>
        <p:grpSpPr>
          <a:xfrm>
            <a:off x="3425760" y="1702440"/>
            <a:ext cx="374040" cy="374400"/>
            <a:chOff x="3425760" y="1702440"/>
            <a:chExt cx="374040" cy="374400"/>
          </a:xfrm>
        </p:grpSpPr>
        <p:sp>
          <p:nvSpPr>
            <p:cNvPr id="746" name="Google Shape;746;p15"/>
            <p:cNvSpPr/>
            <p:nvPr/>
          </p:nvSpPr>
          <p:spPr>
            <a:xfrm>
              <a:off x="3425760" y="1843920"/>
              <a:ext cx="374040" cy="23292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5"/>
            <p:cNvSpPr/>
            <p:nvPr/>
          </p:nvSpPr>
          <p:spPr>
            <a:xfrm>
              <a:off x="3431520" y="1702440"/>
              <a:ext cx="357480" cy="215640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8" name="Google Shape;748;p15"/>
          <p:cNvGrpSpPr/>
          <p:nvPr/>
        </p:nvGrpSpPr>
        <p:grpSpPr>
          <a:xfrm>
            <a:off x="1538280" y="1763280"/>
            <a:ext cx="314640" cy="313560"/>
            <a:chOff x="1538280" y="1763280"/>
            <a:chExt cx="314640" cy="313560"/>
          </a:xfrm>
        </p:grpSpPr>
        <p:sp>
          <p:nvSpPr>
            <p:cNvPr id="749" name="Google Shape;749;p15"/>
            <p:cNvSpPr/>
            <p:nvPr/>
          </p:nvSpPr>
          <p:spPr>
            <a:xfrm>
              <a:off x="1538280" y="1763280"/>
              <a:ext cx="314640" cy="313560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5"/>
            <p:cNvSpPr/>
            <p:nvPr/>
          </p:nvSpPr>
          <p:spPr>
            <a:xfrm>
              <a:off x="1643400" y="1784160"/>
              <a:ext cx="188640" cy="179640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5"/>
            <p:cNvSpPr/>
            <p:nvPr/>
          </p:nvSpPr>
          <p:spPr>
            <a:xfrm>
              <a:off x="1699200" y="1818360"/>
              <a:ext cx="84600" cy="103680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5"/>
            <p:cNvSpPr/>
            <p:nvPr/>
          </p:nvSpPr>
          <p:spPr>
            <a:xfrm>
              <a:off x="1748520" y="1880640"/>
              <a:ext cx="103320" cy="102600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3" name="Google Shape;753;p15"/>
          <p:cNvSpPr/>
          <p:nvPr/>
        </p:nvSpPr>
        <p:spPr>
          <a:xfrm flipH="1" rot="10800000">
            <a:off x="916560" y="940680"/>
            <a:ext cx="5541840" cy="212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6"/>
          <p:cNvSpPr txBox="1"/>
          <p:nvPr>
            <p:ph idx="4294967295"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Pedro Botteon – Analista / Testador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6"/>
          <p:cNvSpPr txBox="1"/>
          <p:nvPr>
            <p:ph idx="4294967295" type="title"/>
          </p:nvPr>
        </p:nvSpPr>
        <p:spPr>
          <a:xfrm>
            <a:off x="848520" y="239292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16"/>
          <p:cNvSpPr txBox="1"/>
          <p:nvPr>
            <p:ph idx="4294967295" type="subTitle"/>
          </p:nvPr>
        </p:nvSpPr>
        <p:spPr>
          <a:xfrm>
            <a:off x="848520" y="274500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Aux</a:t>
            </a: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í</a:t>
            </a: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lio no desenvolvimento dos banco integrado: conceitual, lógico e físico.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6"/>
          <p:cNvSpPr txBox="1"/>
          <p:nvPr>
            <p:ph idx="4294967295" type="title"/>
          </p:nvPr>
        </p:nvSpPr>
        <p:spPr>
          <a:xfrm>
            <a:off x="2765520" y="239292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16"/>
          <p:cNvSpPr txBox="1"/>
          <p:nvPr>
            <p:ph idx="4294967295" type="subTitle"/>
          </p:nvPr>
        </p:nvSpPr>
        <p:spPr>
          <a:xfrm>
            <a:off x="2765520" y="274500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dos casos de testes referentes ao Sprint de desenvolvimento #02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16"/>
          <p:cNvSpPr txBox="1"/>
          <p:nvPr>
            <p:ph idx="4294967295" type="title"/>
          </p:nvPr>
        </p:nvSpPr>
        <p:spPr>
          <a:xfrm>
            <a:off x="4682520" y="239292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3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16"/>
          <p:cNvSpPr txBox="1"/>
          <p:nvPr>
            <p:ph idx="4294967295" type="subTitle"/>
          </p:nvPr>
        </p:nvSpPr>
        <p:spPr>
          <a:xfrm>
            <a:off x="4682520" y="2745000"/>
            <a:ext cx="1694520" cy="11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Aux</a:t>
            </a: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í</a:t>
            </a: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lio a membros do grupo com a criação de testes.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16"/>
          <p:cNvSpPr txBox="1"/>
          <p:nvPr>
            <p:ph idx="4294967295" type="title"/>
          </p:nvPr>
        </p:nvSpPr>
        <p:spPr>
          <a:xfrm>
            <a:off x="6599520" y="239292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DIFICULDADES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16"/>
          <p:cNvSpPr txBox="1"/>
          <p:nvPr>
            <p:ph idx="4294967295" type="subTitle"/>
          </p:nvPr>
        </p:nvSpPr>
        <p:spPr>
          <a:xfrm>
            <a:off x="6599520" y="274500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Nenhuma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16"/>
          <p:cNvSpPr/>
          <p:nvPr/>
        </p:nvSpPr>
        <p:spPr>
          <a:xfrm>
            <a:off x="3298680" y="16059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6"/>
          <p:cNvSpPr/>
          <p:nvPr/>
        </p:nvSpPr>
        <p:spPr>
          <a:xfrm>
            <a:off x="5199840" y="16059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6"/>
          <p:cNvSpPr/>
          <p:nvPr/>
        </p:nvSpPr>
        <p:spPr>
          <a:xfrm>
            <a:off x="7132680" y="16059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0" name="Google Shape;770;p16"/>
          <p:cNvGrpSpPr/>
          <p:nvPr/>
        </p:nvGrpSpPr>
        <p:grpSpPr>
          <a:xfrm>
            <a:off x="5330880" y="1723320"/>
            <a:ext cx="397800" cy="353520"/>
            <a:chOff x="5330880" y="1723320"/>
            <a:chExt cx="397800" cy="353520"/>
          </a:xfrm>
        </p:grpSpPr>
        <p:sp>
          <p:nvSpPr>
            <p:cNvPr id="771" name="Google Shape;771;p16"/>
            <p:cNvSpPr/>
            <p:nvPr/>
          </p:nvSpPr>
          <p:spPr>
            <a:xfrm>
              <a:off x="5375520" y="1904040"/>
              <a:ext cx="48600" cy="16560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>
              <a:off x="5356800" y="2022480"/>
              <a:ext cx="10800" cy="54360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>
              <a:off x="5330880" y="1872720"/>
              <a:ext cx="230400" cy="203760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>
              <a:off x="5493600" y="1723320"/>
              <a:ext cx="235080" cy="197640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>
              <a:off x="5524560" y="1760760"/>
              <a:ext cx="173160" cy="110520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6" name="Google Shape;776;p16"/>
          <p:cNvSpPr/>
          <p:nvPr/>
        </p:nvSpPr>
        <p:spPr>
          <a:xfrm>
            <a:off x="1381680" y="16059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6"/>
          <p:cNvSpPr/>
          <p:nvPr/>
        </p:nvSpPr>
        <p:spPr>
          <a:xfrm>
            <a:off x="7228440" y="1677600"/>
            <a:ext cx="437400" cy="399240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8" name="Google Shape;778;p16"/>
          <p:cNvGrpSpPr/>
          <p:nvPr/>
        </p:nvGrpSpPr>
        <p:grpSpPr>
          <a:xfrm>
            <a:off x="3425760" y="1702440"/>
            <a:ext cx="374040" cy="374400"/>
            <a:chOff x="3425760" y="1702440"/>
            <a:chExt cx="374040" cy="374400"/>
          </a:xfrm>
        </p:grpSpPr>
        <p:sp>
          <p:nvSpPr>
            <p:cNvPr id="779" name="Google Shape;779;p16"/>
            <p:cNvSpPr/>
            <p:nvPr/>
          </p:nvSpPr>
          <p:spPr>
            <a:xfrm>
              <a:off x="3425760" y="1843920"/>
              <a:ext cx="374040" cy="23292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>
              <a:off x="3431520" y="1702440"/>
              <a:ext cx="357480" cy="215640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1" name="Google Shape;781;p16"/>
          <p:cNvGrpSpPr/>
          <p:nvPr/>
        </p:nvGrpSpPr>
        <p:grpSpPr>
          <a:xfrm>
            <a:off x="1538280" y="1763280"/>
            <a:ext cx="314640" cy="313560"/>
            <a:chOff x="1538280" y="1763280"/>
            <a:chExt cx="314640" cy="313560"/>
          </a:xfrm>
        </p:grpSpPr>
        <p:sp>
          <p:nvSpPr>
            <p:cNvPr id="782" name="Google Shape;782;p16"/>
            <p:cNvSpPr/>
            <p:nvPr/>
          </p:nvSpPr>
          <p:spPr>
            <a:xfrm>
              <a:off x="1538280" y="1763280"/>
              <a:ext cx="314640" cy="313560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>
              <a:off x="1643400" y="1784160"/>
              <a:ext cx="188640" cy="179640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>
              <a:off x="1699200" y="1818360"/>
              <a:ext cx="84600" cy="103680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1748520" y="1880640"/>
              <a:ext cx="103320" cy="102600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6" name="Google Shape;786;p16"/>
          <p:cNvSpPr/>
          <p:nvPr/>
        </p:nvSpPr>
        <p:spPr>
          <a:xfrm flipH="1" rot="10800000">
            <a:off x="916560" y="940680"/>
            <a:ext cx="6039000" cy="212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7"/>
          <p:cNvSpPr txBox="1"/>
          <p:nvPr>
            <p:ph idx="4294967295"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Emerson Lima – Scrum Master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17"/>
          <p:cNvSpPr txBox="1"/>
          <p:nvPr>
            <p:ph idx="4294967295" type="title"/>
          </p:nvPr>
        </p:nvSpPr>
        <p:spPr>
          <a:xfrm>
            <a:off x="848520" y="239292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17"/>
          <p:cNvSpPr txBox="1"/>
          <p:nvPr>
            <p:ph idx="4294967295" type="subTitle"/>
          </p:nvPr>
        </p:nvSpPr>
        <p:spPr>
          <a:xfrm>
            <a:off x="848520" y="274500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Desenvolver contatos setoriais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17"/>
          <p:cNvSpPr txBox="1"/>
          <p:nvPr>
            <p:ph idx="4294967295" type="title"/>
          </p:nvPr>
        </p:nvSpPr>
        <p:spPr>
          <a:xfrm>
            <a:off x="2765520" y="239292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17"/>
          <p:cNvSpPr txBox="1"/>
          <p:nvPr>
            <p:ph idx="4294967295" type="subTitle"/>
          </p:nvPr>
        </p:nvSpPr>
        <p:spPr>
          <a:xfrm>
            <a:off x="2765520" y="274500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Ajudar no início do desenvolvimento das rotas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17"/>
          <p:cNvSpPr txBox="1"/>
          <p:nvPr>
            <p:ph idx="4294967295" type="title"/>
          </p:nvPr>
        </p:nvSpPr>
        <p:spPr>
          <a:xfrm>
            <a:off x="4682520" y="239292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3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17"/>
          <p:cNvSpPr txBox="1"/>
          <p:nvPr>
            <p:ph idx="4294967295" type="subTitle"/>
          </p:nvPr>
        </p:nvSpPr>
        <p:spPr>
          <a:xfrm>
            <a:off x="4682520" y="274500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Criação de validações (data e telefone)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17"/>
          <p:cNvSpPr txBox="1"/>
          <p:nvPr>
            <p:ph idx="4294967295" type="title"/>
          </p:nvPr>
        </p:nvSpPr>
        <p:spPr>
          <a:xfrm>
            <a:off x="6599520" y="239292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DIFICULDADES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17"/>
          <p:cNvSpPr txBox="1"/>
          <p:nvPr>
            <p:ph idx="4294967295" type="subTitle"/>
          </p:nvPr>
        </p:nvSpPr>
        <p:spPr>
          <a:xfrm>
            <a:off x="6599520" y="274500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Tempo e regras de validação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17"/>
          <p:cNvSpPr/>
          <p:nvPr/>
        </p:nvSpPr>
        <p:spPr>
          <a:xfrm>
            <a:off x="3298680" y="16059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7"/>
          <p:cNvSpPr/>
          <p:nvPr/>
        </p:nvSpPr>
        <p:spPr>
          <a:xfrm>
            <a:off x="5199840" y="16059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7"/>
          <p:cNvSpPr/>
          <p:nvPr/>
        </p:nvSpPr>
        <p:spPr>
          <a:xfrm>
            <a:off x="7132680" y="16059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3" name="Google Shape;803;p17"/>
          <p:cNvGrpSpPr/>
          <p:nvPr/>
        </p:nvGrpSpPr>
        <p:grpSpPr>
          <a:xfrm>
            <a:off x="5330880" y="1723320"/>
            <a:ext cx="397800" cy="353520"/>
            <a:chOff x="5330880" y="1723320"/>
            <a:chExt cx="397800" cy="353520"/>
          </a:xfrm>
        </p:grpSpPr>
        <p:sp>
          <p:nvSpPr>
            <p:cNvPr id="804" name="Google Shape;804;p17"/>
            <p:cNvSpPr/>
            <p:nvPr/>
          </p:nvSpPr>
          <p:spPr>
            <a:xfrm>
              <a:off x="5375520" y="1904040"/>
              <a:ext cx="48600" cy="16560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356800" y="2022480"/>
              <a:ext cx="10800" cy="54360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7"/>
            <p:cNvSpPr/>
            <p:nvPr/>
          </p:nvSpPr>
          <p:spPr>
            <a:xfrm>
              <a:off x="5330880" y="1872720"/>
              <a:ext cx="230400" cy="203760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7"/>
            <p:cNvSpPr/>
            <p:nvPr/>
          </p:nvSpPr>
          <p:spPr>
            <a:xfrm>
              <a:off x="5493600" y="1723320"/>
              <a:ext cx="235080" cy="197640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7"/>
            <p:cNvSpPr/>
            <p:nvPr/>
          </p:nvSpPr>
          <p:spPr>
            <a:xfrm>
              <a:off x="5524560" y="1760760"/>
              <a:ext cx="173160" cy="110520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9" name="Google Shape;809;p17"/>
          <p:cNvSpPr/>
          <p:nvPr/>
        </p:nvSpPr>
        <p:spPr>
          <a:xfrm>
            <a:off x="1381680" y="16059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17"/>
          <p:cNvSpPr/>
          <p:nvPr/>
        </p:nvSpPr>
        <p:spPr>
          <a:xfrm>
            <a:off x="7228440" y="1677600"/>
            <a:ext cx="437400" cy="399240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1" name="Google Shape;811;p17"/>
          <p:cNvGrpSpPr/>
          <p:nvPr/>
        </p:nvGrpSpPr>
        <p:grpSpPr>
          <a:xfrm>
            <a:off x="3425760" y="1702440"/>
            <a:ext cx="374040" cy="374400"/>
            <a:chOff x="3425760" y="1702440"/>
            <a:chExt cx="374040" cy="374400"/>
          </a:xfrm>
        </p:grpSpPr>
        <p:sp>
          <p:nvSpPr>
            <p:cNvPr id="812" name="Google Shape;812;p17"/>
            <p:cNvSpPr/>
            <p:nvPr/>
          </p:nvSpPr>
          <p:spPr>
            <a:xfrm>
              <a:off x="3425760" y="1843920"/>
              <a:ext cx="374040" cy="23292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3431520" y="1702440"/>
              <a:ext cx="357480" cy="215640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4" name="Google Shape;814;p17"/>
          <p:cNvGrpSpPr/>
          <p:nvPr/>
        </p:nvGrpSpPr>
        <p:grpSpPr>
          <a:xfrm>
            <a:off x="1538280" y="1763280"/>
            <a:ext cx="314640" cy="313560"/>
            <a:chOff x="1538280" y="1763280"/>
            <a:chExt cx="314640" cy="313560"/>
          </a:xfrm>
        </p:grpSpPr>
        <p:sp>
          <p:nvSpPr>
            <p:cNvPr id="815" name="Google Shape;815;p17"/>
            <p:cNvSpPr/>
            <p:nvPr/>
          </p:nvSpPr>
          <p:spPr>
            <a:xfrm>
              <a:off x="1538280" y="1763280"/>
              <a:ext cx="314640" cy="313560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7"/>
            <p:cNvSpPr/>
            <p:nvPr/>
          </p:nvSpPr>
          <p:spPr>
            <a:xfrm>
              <a:off x="1643400" y="1784160"/>
              <a:ext cx="188640" cy="179640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7"/>
            <p:cNvSpPr/>
            <p:nvPr/>
          </p:nvSpPr>
          <p:spPr>
            <a:xfrm>
              <a:off x="1699200" y="1818360"/>
              <a:ext cx="84600" cy="103680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1748520" y="1880640"/>
              <a:ext cx="103320" cy="102600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9" name="Google Shape;819;p17"/>
          <p:cNvSpPr/>
          <p:nvPr/>
        </p:nvSpPr>
        <p:spPr>
          <a:xfrm>
            <a:off x="916560" y="961920"/>
            <a:ext cx="546048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8"/>
          <p:cNvSpPr txBox="1"/>
          <p:nvPr>
            <p:ph idx="4294967295"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Gustavo Diniz – Desenvolvedor / DBA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18"/>
          <p:cNvSpPr txBox="1"/>
          <p:nvPr>
            <p:ph idx="4294967295" type="title"/>
          </p:nvPr>
        </p:nvSpPr>
        <p:spPr>
          <a:xfrm>
            <a:off x="1930680" y="248220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18"/>
          <p:cNvSpPr txBox="1"/>
          <p:nvPr>
            <p:ph idx="4294967295" type="subTitle"/>
          </p:nvPr>
        </p:nvSpPr>
        <p:spPr>
          <a:xfrm>
            <a:off x="1930680" y="2834280"/>
            <a:ext cx="1694520" cy="13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dos casos relacionados aos dependentes do Sprint #02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18"/>
          <p:cNvSpPr txBox="1"/>
          <p:nvPr>
            <p:ph idx="4294967295" type="title"/>
          </p:nvPr>
        </p:nvSpPr>
        <p:spPr>
          <a:xfrm>
            <a:off x="3847680" y="248220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18"/>
          <p:cNvSpPr txBox="1"/>
          <p:nvPr>
            <p:ph idx="4294967295" type="subTitle"/>
          </p:nvPr>
        </p:nvSpPr>
        <p:spPr>
          <a:xfrm>
            <a:off x="3847680" y="283428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Realização de testes de regressão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18"/>
          <p:cNvSpPr txBox="1"/>
          <p:nvPr>
            <p:ph idx="4294967295" type="title"/>
          </p:nvPr>
        </p:nvSpPr>
        <p:spPr>
          <a:xfrm>
            <a:off x="5638320" y="247428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DIFICULDADES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18"/>
          <p:cNvSpPr/>
          <p:nvPr/>
        </p:nvSpPr>
        <p:spPr>
          <a:xfrm>
            <a:off x="4380840" y="169524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8"/>
          <p:cNvSpPr/>
          <p:nvPr/>
        </p:nvSpPr>
        <p:spPr>
          <a:xfrm>
            <a:off x="6171480" y="168732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8"/>
          <p:cNvSpPr/>
          <p:nvPr/>
        </p:nvSpPr>
        <p:spPr>
          <a:xfrm>
            <a:off x="2463840" y="169524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8"/>
          <p:cNvSpPr/>
          <p:nvPr/>
        </p:nvSpPr>
        <p:spPr>
          <a:xfrm>
            <a:off x="6267240" y="1758960"/>
            <a:ext cx="437400" cy="399240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4" name="Google Shape;834;p18"/>
          <p:cNvGrpSpPr/>
          <p:nvPr/>
        </p:nvGrpSpPr>
        <p:grpSpPr>
          <a:xfrm>
            <a:off x="4507920" y="1791720"/>
            <a:ext cx="374040" cy="374400"/>
            <a:chOff x="4507920" y="1791720"/>
            <a:chExt cx="374040" cy="374400"/>
          </a:xfrm>
        </p:grpSpPr>
        <p:sp>
          <p:nvSpPr>
            <p:cNvPr id="835" name="Google Shape;835;p18"/>
            <p:cNvSpPr/>
            <p:nvPr/>
          </p:nvSpPr>
          <p:spPr>
            <a:xfrm>
              <a:off x="4507920" y="1933200"/>
              <a:ext cx="374040" cy="23292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8"/>
            <p:cNvSpPr/>
            <p:nvPr/>
          </p:nvSpPr>
          <p:spPr>
            <a:xfrm>
              <a:off x="4513680" y="1791720"/>
              <a:ext cx="357480" cy="215640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7" name="Google Shape;837;p18"/>
          <p:cNvGrpSpPr/>
          <p:nvPr/>
        </p:nvGrpSpPr>
        <p:grpSpPr>
          <a:xfrm>
            <a:off x="2620440" y="1852560"/>
            <a:ext cx="314640" cy="313560"/>
            <a:chOff x="2620440" y="1852560"/>
            <a:chExt cx="314640" cy="313560"/>
          </a:xfrm>
        </p:grpSpPr>
        <p:sp>
          <p:nvSpPr>
            <p:cNvPr id="838" name="Google Shape;838;p18"/>
            <p:cNvSpPr/>
            <p:nvPr/>
          </p:nvSpPr>
          <p:spPr>
            <a:xfrm>
              <a:off x="2620440" y="1852560"/>
              <a:ext cx="314640" cy="313560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8"/>
            <p:cNvSpPr/>
            <p:nvPr/>
          </p:nvSpPr>
          <p:spPr>
            <a:xfrm>
              <a:off x="2725560" y="1873440"/>
              <a:ext cx="188640" cy="179640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8"/>
            <p:cNvSpPr/>
            <p:nvPr/>
          </p:nvSpPr>
          <p:spPr>
            <a:xfrm>
              <a:off x="2781360" y="1907640"/>
              <a:ext cx="84600" cy="103680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8"/>
            <p:cNvSpPr/>
            <p:nvPr/>
          </p:nvSpPr>
          <p:spPr>
            <a:xfrm>
              <a:off x="2830680" y="1969920"/>
              <a:ext cx="103320" cy="102600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2" name="Google Shape;842;p18"/>
          <p:cNvSpPr/>
          <p:nvPr/>
        </p:nvSpPr>
        <p:spPr>
          <a:xfrm flipH="1" rot="10800000">
            <a:off x="916560" y="948600"/>
            <a:ext cx="6416280" cy="133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3" name="Google Shape;843;p18"/>
          <p:cNvSpPr/>
          <p:nvPr/>
        </p:nvSpPr>
        <p:spPr>
          <a:xfrm>
            <a:off x="5638320" y="283176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Correção de erros de layout da página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9"/>
          <p:cNvSpPr txBox="1"/>
          <p:nvPr>
            <p:ph idx="4294967295"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Vinicius Andrade – Desenvolvedor / DBA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19"/>
          <p:cNvSpPr txBox="1"/>
          <p:nvPr>
            <p:ph idx="4294967295" type="title"/>
          </p:nvPr>
        </p:nvSpPr>
        <p:spPr>
          <a:xfrm>
            <a:off x="848520" y="239292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19"/>
          <p:cNvSpPr txBox="1"/>
          <p:nvPr>
            <p:ph idx="4294967295" type="subTitle"/>
          </p:nvPr>
        </p:nvSpPr>
        <p:spPr>
          <a:xfrm>
            <a:off x="848525" y="2745000"/>
            <a:ext cx="1694400" cy="23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Integração das rotas de navegação.</a:t>
            </a: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9"/>
          <p:cNvSpPr txBox="1"/>
          <p:nvPr>
            <p:ph idx="4294967295" type="title"/>
          </p:nvPr>
        </p:nvSpPr>
        <p:spPr>
          <a:xfrm>
            <a:off x="2765520" y="239292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19"/>
          <p:cNvSpPr txBox="1"/>
          <p:nvPr>
            <p:ph idx="4294967295" type="subTitle"/>
          </p:nvPr>
        </p:nvSpPr>
        <p:spPr>
          <a:xfrm>
            <a:off x="2765520" y="274500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dos casos relacionados aos dependentes do Sprint #02</a:t>
            </a: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9"/>
          <p:cNvSpPr txBox="1"/>
          <p:nvPr>
            <p:ph idx="4294967295" type="title"/>
          </p:nvPr>
        </p:nvSpPr>
        <p:spPr>
          <a:xfrm>
            <a:off x="4682520" y="239292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DIFICULDADES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9"/>
          <p:cNvSpPr txBox="1"/>
          <p:nvPr>
            <p:ph idx="4294967295" type="subTitle"/>
          </p:nvPr>
        </p:nvSpPr>
        <p:spPr>
          <a:xfrm>
            <a:off x="4682520" y="274500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Estratégia de manipulação de dados no Modal.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19"/>
          <p:cNvSpPr/>
          <p:nvPr/>
        </p:nvSpPr>
        <p:spPr>
          <a:xfrm>
            <a:off x="3298680" y="16059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19"/>
          <p:cNvSpPr/>
          <p:nvPr/>
        </p:nvSpPr>
        <p:spPr>
          <a:xfrm>
            <a:off x="5199840" y="16059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7" name="Google Shape;857;p19"/>
          <p:cNvGrpSpPr/>
          <p:nvPr/>
        </p:nvGrpSpPr>
        <p:grpSpPr>
          <a:xfrm>
            <a:off x="5330880" y="1723320"/>
            <a:ext cx="397800" cy="353520"/>
            <a:chOff x="5330880" y="1723320"/>
            <a:chExt cx="397800" cy="353520"/>
          </a:xfrm>
        </p:grpSpPr>
        <p:sp>
          <p:nvSpPr>
            <p:cNvPr id="858" name="Google Shape;858;p19"/>
            <p:cNvSpPr/>
            <p:nvPr/>
          </p:nvSpPr>
          <p:spPr>
            <a:xfrm>
              <a:off x="5375520" y="1904040"/>
              <a:ext cx="48600" cy="16560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9"/>
            <p:cNvSpPr/>
            <p:nvPr/>
          </p:nvSpPr>
          <p:spPr>
            <a:xfrm>
              <a:off x="5356800" y="2022480"/>
              <a:ext cx="10800" cy="54360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9"/>
            <p:cNvSpPr/>
            <p:nvPr/>
          </p:nvSpPr>
          <p:spPr>
            <a:xfrm>
              <a:off x="5330880" y="1872720"/>
              <a:ext cx="230400" cy="203760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9"/>
            <p:cNvSpPr/>
            <p:nvPr/>
          </p:nvSpPr>
          <p:spPr>
            <a:xfrm>
              <a:off x="5493600" y="1723320"/>
              <a:ext cx="235080" cy="197640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9"/>
            <p:cNvSpPr/>
            <p:nvPr/>
          </p:nvSpPr>
          <p:spPr>
            <a:xfrm>
              <a:off x="5524560" y="1760760"/>
              <a:ext cx="173160" cy="110520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3" name="Google Shape;863;p19"/>
          <p:cNvSpPr/>
          <p:nvPr/>
        </p:nvSpPr>
        <p:spPr>
          <a:xfrm>
            <a:off x="1381680" y="16059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4" name="Google Shape;864;p19"/>
          <p:cNvGrpSpPr/>
          <p:nvPr/>
        </p:nvGrpSpPr>
        <p:grpSpPr>
          <a:xfrm>
            <a:off x="3425760" y="1702440"/>
            <a:ext cx="374040" cy="374400"/>
            <a:chOff x="3425760" y="1702440"/>
            <a:chExt cx="374040" cy="374400"/>
          </a:xfrm>
        </p:grpSpPr>
        <p:sp>
          <p:nvSpPr>
            <p:cNvPr id="865" name="Google Shape;865;p19"/>
            <p:cNvSpPr/>
            <p:nvPr/>
          </p:nvSpPr>
          <p:spPr>
            <a:xfrm>
              <a:off x="3425760" y="1843920"/>
              <a:ext cx="374040" cy="23292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9"/>
            <p:cNvSpPr/>
            <p:nvPr/>
          </p:nvSpPr>
          <p:spPr>
            <a:xfrm>
              <a:off x="3431520" y="1702440"/>
              <a:ext cx="357480" cy="215640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7" name="Google Shape;867;p19"/>
          <p:cNvGrpSpPr/>
          <p:nvPr/>
        </p:nvGrpSpPr>
        <p:grpSpPr>
          <a:xfrm>
            <a:off x="1538280" y="1763280"/>
            <a:ext cx="314640" cy="313560"/>
            <a:chOff x="1538280" y="1763280"/>
            <a:chExt cx="314640" cy="313560"/>
          </a:xfrm>
        </p:grpSpPr>
        <p:sp>
          <p:nvSpPr>
            <p:cNvPr id="868" name="Google Shape;868;p19"/>
            <p:cNvSpPr/>
            <p:nvPr/>
          </p:nvSpPr>
          <p:spPr>
            <a:xfrm>
              <a:off x="1538280" y="1763280"/>
              <a:ext cx="314640" cy="313560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9"/>
            <p:cNvSpPr/>
            <p:nvPr/>
          </p:nvSpPr>
          <p:spPr>
            <a:xfrm>
              <a:off x="1643400" y="1784160"/>
              <a:ext cx="188640" cy="179640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9"/>
            <p:cNvSpPr/>
            <p:nvPr/>
          </p:nvSpPr>
          <p:spPr>
            <a:xfrm>
              <a:off x="1699200" y="1818360"/>
              <a:ext cx="84600" cy="103680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9"/>
            <p:cNvSpPr/>
            <p:nvPr/>
          </p:nvSpPr>
          <p:spPr>
            <a:xfrm>
              <a:off x="1748520" y="1880640"/>
              <a:ext cx="103320" cy="102600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2" name="Google Shape;872;p19"/>
          <p:cNvSpPr/>
          <p:nvPr/>
        </p:nvSpPr>
        <p:spPr>
          <a:xfrm flipH="1" rot="10800000">
            <a:off x="916560" y="956880"/>
            <a:ext cx="6985800" cy="50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0"/>
          <p:cNvSpPr txBox="1"/>
          <p:nvPr>
            <p:ph idx="4294967295"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Richard Senra – Desenvolvedor / DBA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20"/>
          <p:cNvSpPr/>
          <p:nvPr/>
        </p:nvSpPr>
        <p:spPr>
          <a:xfrm flipH="1" rot="10800000">
            <a:off x="916560" y="956880"/>
            <a:ext cx="6985800" cy="50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9" name="Google Shape;879;p20"/>
          <p:cNvSpPr txBox="1"/>
          <p:nvPr>
            <p:ph idx="4294967295" type="title"/>
          </p:nvPr>
        </p:nvSpPr>
        <p:spPr>
          <a:xfrm>
            <a:off x="1807795" y="2392920"/>
            <a:ext cx="16944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20"/>
          <p:cNvSpPr txBox="1"/>
          <p:nvPr>
            <p:ph idx="4294967295" type="subTitle"/>
          </p:nvPr>
        </p:nvSpPr>
        <p:spPr>
          <a:xfrm>
            <a:off x="1807800" y="2745000"/>
            <a:ext cx="1694400" cy="23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dos casos de testes referentes ao Sprint de desenvolvimento #02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20"/>
          <p:cNvSpPr txBox="1"/>
          <p:nvPr>
            <p:ph idx="4294967295" type="title"/>
          </p:nvPr>
        </p:nvSpPr>
        <p:spPr>
          <a:xfrm>
            <a:off x="3724795" y="2392920"/>
            <a:ext cx="16944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20"/>
          <p:cNvSpPr txBox="1"/>
          <p:nvPr>
            <p:ph idx="4294967295" type="subTitle"/>
          </p:nvPr>
        </p:nvSpPr>
        <p:spPr>
          <a:xfrm>
            <a:off x="3724795" y="2745000"/>
            <a:ext cx="16944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Realização de testes de regressão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20"/>
          <p:cNvSpPr txBox="1"/>
          <p:nvPr>
            <p:ph idx="4294967295" type="title"/>
          </p:nvPr>
        </p:nvSpPr>
        <p:spPr>
          <a:xfrm>
            <a:off x="5641795" y="2392920"/>
            <a:ext cx="16944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DIFICULDADES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20"/>
          <p:cNvSpPr txBox="1"/>
          <p:nvPr>
            <p:ph idx="4294967295" type="subTitle"/>
          </p:nvPr>
        </p:nvSpPr>
        <p:spPr>
          <a:xfrm>
            <a:off x="5641795" y="2745000"/>
            <a:ext cx="16944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Criação dos casos de teste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Organização pessoal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20"/>
          <p:cNvSpPr/>
          <p:nvPr/>
        </p:nvSpPr>
        <p:spPr>
          <a:xfrm>
            <a:off x="4257955" y="16059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20"/>
          <p:cNvSpPr/>
          <p:nvPr/>
        </p:nvSpPr>
        <p:spPr>
          <a:xfrm>
            <a:off x="6159115" y="16059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7" name="Google Shape;887;p20"/>
          <p:cNvGrpSpPr/>
          <p:nvPr/>
        </p:nvGrpSpPr>
        <p:grpSpPr>
          <a:xfrm>
            <a:off x="6290155" y="1723320"/>
            <a:ext cx="397792" cy="353518"/>
            <a:chOff x="5330880" y="1723320"/>
            <a:chExt cx="397792" cy="353518"/>
          </a:xfrm>
        </p:grpSpPr>
        <p:sp>
          <p:nvSpPr>
            <p:cNvPr id="888" name="Google Shape;888;p20"/>
            <p:cNvSpPr/>
            <p:nvPr/>
          </p:nvSpPr>
          <p:spPr>
            <a:xfrm>
              <a:off x="5375520" y="1904040"/>
              <a:ext cx="48601" cy="16560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0"/>
            <p:cNvSpPr/>
            <p:nvPr/>
          </p:nvSpPr>
          <p:spPr>
            <a:xfrm>
              <a:off x="5356800" y="2022480"/>
              <a:ext cx="10800" cy="54358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0"/>
            <p:cNvSpPr/>
            <p:nvPr/>
          </p:nvSpPr>
          <p:spPr>
            <a:xfrm>
              <a:off x="5330880" y="1872720"/>
              <a:ext cx="230396" cy="20376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0"/>
            <p:cNvSpPr/>
            <p:nvPr/>
          </p:nvSpPr>
          <p:spPr>
            <a:xfrm>
              <a:off x="5493600" y="1723320"/>
              <a:ext cx="235072" cy="197646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0"/>
            <p:cNvSpPr/>
            <p:nvPr/>
          </p:nvSpPr>
          <p:spPr>
            <a:xfrm>
              <a:off x="5524560" y="1760760"/>
              <a:ext cx="173166" cy="11052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3" name="Google Shape;893;p20"/>
          <p:cNvSpPr/>
          <p:nvPr/>
        </p:nvSpPr>
        <p:spPr>
          <a:xfrm>
            <a:off x="2340955" y="16059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4" name="Google Shape;894;p20"/>
          <p:cNvGrpSpPr/>
          <p:nvPr/>
        </p:nvGrpSpPr>
        <p:grpSpPr>
          <a:xfrm>
            <a:off x="4385035" y="1702440"/>
            <a:ext cx="374038" cy="374406"/>
            <a:chOff x="3425760" y="1702440"/>
            <a:chExt cx="374038" cy="374406"/>
          </a:xfrm>
        </p:grpSpPr>
        <p:sp>
          <p:nvSpPr>
            <p:cNvPr id="895" name="Google Shape;895;p20"/>
            <p:cNvSpPr/>
            <p:nvPr/>
          </p:nvSpPr>
          <p:spPr>
            <a:xfrm>
              <a:off x="3425760" y="1843920"/>
              <a:ext cx="374038" cy="232926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0"/>
            <p:cNvSpPr/>
            <p:nvPr/>
          </p:nvSpPr>
          <p:spPr>
            <a:xfrm>
              <a:off x="3431520" y="1702440"/>
              <a:ext cx="357492" cy="215644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7" name="Google Shape;897;p20"/>
          <p:cNvGrpSpPr/>
          <p:nvPr/>
        </p:nvGrpSpPr>
        <p:grpSpPr>
          <a:xfrm>
            <a:off x="2497555" y="1763280"/>
            <a:ext cx="314639" cy="313560"/>
            <a:chOff x="1538280" y="1763280"/>
            <a:chExt cx="314639" cy="313560"/>
          </a:xfrm>
        </p:grpSpPr>
        <p:sp>
          <p:nvSpPr>
            <p:cNvPr id="898" name="Google Shape;898;p20"/>
            <p:cNvSpPr/>
            <p:nvPr/>
          </p:nvSpPr>
          <p:spPr>
            <a:xfrm>
              <a:off x="1538280" y="1763280"/>
              <a:ext cx="314639" cy="313560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0"/>
            <p:cNvSpPr/>
            <p:nvPr/>
          </p:nvSpPr>
          <p:spPr>
            <a:xfrm>
              <a:off x="1643400" y="1784160"/>
              <a:ext cx="188642" cy="179638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0"/>
            <p:cNvSpPr/>
            <p:nvPr/>
          </p:nvSpPr>
          <p:spPr>
            <a:xfrm>
              <a:off x="1699200" y="1818360"/>
              <a:ext cx="84603" cy="103678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0"/>
            <p:cNvSpPr/>
            <p:nvPr/>
          </p:nvSpPr>
          <p:spPr>
            <a:xfrm>
              <a:off x="1748520" y="1880640"/>
              <a:ext cx="103320" cy="102596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21"/>
          <p:cNvSpPr txBox="1"/>
          <p:nvPr>
            <p:ph idx="4294967295" type="title"/>
          </p:nvPr>
        </p:nvSpPr>
        <p:spPr>
          <a:xfrm>
            <a:off x="1402560" y="1933560"/>
            <a:ext cx="7595640" cy="22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800" u="none" cap="none" strike="noStrike">
                <a:solidFill>
                  <a:srgbClr val="EEEEEE"/>
                </a:solidFill>
                <a:latin typeface="Montserrat"/>
                <a:ea typeface="Montserrat"/>
                <a:cs typeface="Montserrat"/>
                <a:sym typeface="Montserrat"/>
              </a:rPr>
              <a:t>Funcionalidades:</a:t>
            </a:r>
            <a:br>
              <a:rPr b="0" i="0" lang="en" sz="1800" u="none" cap="none" strike="noStrike"/>
            </a:br>
            <a:r>
              <a:rPr b="1" i="0" lang="en" sz="4800" u="none" cap="none" strike="noStrike">
                <a:solidFill>
                  <a:srgbClr val="EEEEEE"/>
                </a:solidFill>
                <a:latin typeface="Montserrat"/>
                <a:ea typeface="Montserrat"/>
                <a:cs typeface="Montserrat"/>
                <a:sym typeface="Montserrat"/>
              </a:rPr>
              <a:t>Sprint #02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21"/>
          <p:cNvSpPr/>
          <p:nvPr/>
        </p:nvSpPr>
        <p:spPr>
          <a:xfrm>
            <a:off x="916560" y="961920"/>
            <a:ext cx="405972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22"/>
          <p:cNvSpPr txBox="1"/>
          <p:nvPr>
            <p:ph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Funcionalidades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22"/>
          <p:cNvSpPr/>
          <p:nvPr/>
        </p:nvSpPr>
        <p:spPr>
          <a:xfrm flipH="1" rot="10800000">
            <a:off x="916920" y="948600"/>
            <a:ext cx="2845440" cy="133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4" name="Google Shape;914;p22"/>
          <p:cNvSpPr/>
          <p:nvPr/>
        </p:nvSpPr>
        <p:spPr>
          <a:xfrm>
            <a:off x="916560" y="1239120"/>
            <a:ext cx="8085240" cy="27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spAutoFit/>
          </a:bodyPr>
          <a:lstStyle/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Cadastrar Novo Dependente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Listar Dependentes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Editar Dependentes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Excluir Dependentes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Listar Informações do Dependente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Listar Contatos Setoriais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Editar Contatos Setoriais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Excluir Contatos Setoriais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Listar informações Contatos Setoriais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Cadastrar Novo Contato Setorial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396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23"/>
          <p:cNvSpPr txBox="1"/>
          <p:nvPr>
            <p:ph idx="4294967295" type="title"/>
          </p:nvPr>
        </p:nvSpPr>
        <p:spPr>
          <a:xfrm>
            <a:off x="1402560" y="1933560"/>
            <a:ext cx="7595640" cy="22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800" u="none" cap="none" strike="noStrike">
                <a:solidFill>
                  <a:srgbClr val="EEEEEE"/>
                </a:solidFill>
                <a:latin typeface="Montserrat"/>
                <a:ea typeface="Montserrat"/>
                <a:cs typeface="Montserrat"/>
                <a:sym typeface="Montserrat"/>
              </a:rPr>
              <a:t>Testes:</a:t>
            </a:r>
            <a:br>
              <a:rPr b="0" i="0" lang="en" sz="1800" u="none" cap="none" strike="noStrike"/>
            </a:br>
            <a:r>
              <a:rPr b="1" i="0" lang="en" sz="4800" u="none" cap="none" strike="noStrike">
                <a:solidFill>
                  <a:srgbClr val="EEEEEE"/>
                </a:solidFill>
                <a:latin typeface="Montserrat"/>
                <a:ea typeface="Montserrat"/>
                <a:cs typeface="Montserrat"/>
                <a:sym typeface="Montserrat"/>
              </a:rPr>
              <a:t>Sprint #02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23"/>
          <p:cNvSpPr/>
          <p:nvPr/>
        </p:nvSpPr>
        <p:spPr>
          <a:xfrm>
            <a:off x="916560" y="961920"/>
            <a:ext cx="405972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24"/>
          <p:cNvSpPr txBox="1"/>
          <p:nvPr>
            <p:ph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Testes – Módulo 01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6" name="Google Shape;926;p24"/>
          <p:cNvGraphicFramePr/>
          <p:nvPr/>
        </p:nvGraphicFramePr>
        <p:xfrm>
          <a:off x="1650240" y="246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{FE4B2AF5-84B9-42B8-8DDD-B402E5240D7A}</a:tableStyleId>
              </a:tblPr>
              <a:tblGrid>
                <a:gridCol w="1198800"/>
                <a:gridCol w="1198800"/>
                <a:gridCol w="1048325"/>
                <a:gridCol w="1208150"/>
                <a:gridCol w="1340275"/>
              </a:tblGrid>
              <a:tr h="574925"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Testes das Funcionalidades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Criados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Aplicados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Falhas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Correções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Pendencias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7" name="Google Shape;927;p24"/>
          <p:cNvSpPr/>
          <p:nvPr/>
        </p:nvSpPr>
        <p:spPr>
          <a:xfrm>
            <a:off x="916560" y="961920"/>
            <a:ext cx="1972440" cy="21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8" name="Google Shape;928;p24"/>
          <p:cNvSpPr/>
          <p:nvPr/>
        </p:nvSpPr>
        <p:spPr>
          <a:xfrm>
            <a:off x="1648800" y="1351800"/>
            <a:ext cx="584532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Sprint de Integração #02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Front/Back-end – 95%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3" name="Google Shape;933;p25"/>
          <p:cNvPicPr preferRelativeResize="0"/>
          <p:nvPr/>
        </p:nvPicPr>
        <p:blipFill rotWithShape="1">
          <a:blip r:embed="rId3">
            <a:alphaModFix/>
          </a:blip>
          <a:srcRect b="34400" l="0" r="0" t="31485"/>
          <a:stretch/>
        </p:blipFill>
        <p:spPr>
          <a:xfrm>
            <a:off x="0" y="3063600"/>
            <a:ext cx="9142560" cy="2078280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25"/>
          <p:cNvSpPr/>
          <p:nvPr/>
        </p:nvSpPr>
        <p:spPr>
          <a:xfrm>
            <a:off x="2080080" y="240120"/>
            <a:ext cx="4982040" cy="4662000"/>
          </a:xfrm>
          <a:prstGeom prst="rect">
            <a:avLst/>
          </a:pr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5"/>
          <p:cNvSpPr txBox="1"/>
          <p:nvPr>
            <p:ph idx="4294967295" type="title"/>
          </p:nvPr>
        </p:nvSpPr>
        <p:spPr>
          <a:xfrm>
            <a:off x="2202840" y="1341360"/>
            <a:ext cx="5153760" cy="14810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MÓDULO 2:</a:t>
            </a:r>
            <a:br>
              <a:rPr b="0" i="0" lang="en" sz="1800" u="none" cap="none" strike="noStrike"/>
            </a:br>
            <a:r>
              <a:rPr b="1" i="0" lang="en" sz="4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CONSULTÓRIO ONLINE</a:t>
            </a:r>
            <a:endParaRPr b="0" i="0" sz="4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26"/>
          <p:cNvSpPr txBox="1"/>
          <p:nvPr>
            <p:ph idx="4294967295"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Larissa Ribeiro – Product Owner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26"/>
          <p:cNvSpPr txBox="1"/>
          <p:nvPr>
            <p:ph idx="4294967295" type="title"/>
          </p:nvPr>
        </p:nvSpPr>
        <p:spPr>
          <a:xfrm>
            <a:off x="617760" y="242316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26"/>
          <p:cNvSpPr txBox="1"/>
          <p:nvPr>
            <p:ph idx="4294967295" type="subTitle"/>
          </p:nvPr>
        </p:nvSpPr>
        <p:spPr>
          <a:xfrm>
            <a:off x="424440" y="2869920"/>
            <a:ext cx="2081520" cy="1842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do banco do módulo e banco integrado: conceitual, lógico e </a:t>
            </a: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físico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26"/>
          <p:cNvSpPr txBox="1"/>
          <p:nvPr>
            <p:ph idx="4294967295" type="title"/>
          </p:nvPr>
        </p:nvSpPr>
        <p:spPr>
          <a:xfrm>
            <a:off x="2992680" y="242316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26"/>
          <p:cNvSpPr txBox="1"/>
          <p:nvPr>
            <p:ph idx="4294967295" type="subTitle"/>
          </p:nvPr>
        </p:nvSpPr>
        <p:spPr>
          <a:xfrm>
            <a:off x="5173920" y="2820240"/>
            <a:ext cx="1805040" cy="1406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Organização da apresentação juntamente com os outros POs. 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26"/>
          <p:cNvSpPr txBox="1"/>
          <p:nvPr>
            <p:ph idx="4294967295" type="title"/>
          </p:nvPr>
        </p:nvSpPr>
        <p:spPr>
          <a:xfrm>
            <a:off x="5207760" y="242316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3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26"/>
          <p:cNvSpPr txBox="1"/>
          <p:nvPr>
            <p:ph idx="4294967295" type="subTitle"/>
          </p:nvPr>
        </p:nvSpPr>
        <p:spPr>
          <a:xfrm>
            <a:off x="2750760" y="2869560"/>
            <a:ext cx="2202120" cy="1463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dos casos de testes referentes ao Sprint de desenvolvimento #02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26"/>
          <p:cNvSpPr txBox="1"/>
          <p:nvPr>
            <p:ph idx="4294967295" type="title"/>
          </p:nvPr>
        </p:nvSpPr>
        <p:spPr>
          <a:xfrm>
            <a:off x="7061760" y="242316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DIFICULDADES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26"/>
          <p:cNvSpPr txBox="1"/>
          <p:nvPr>
            <p:ph idx="4294967295" type="subTitle"/>
          </p:nvPr>
        </p:nvSpPr>
        <p:spPr>
          <a:xfrm>
            <a:off x="7061760" y="282024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Curto período para realização das atividades do sprint #02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26"/>
          <p:cNvSpPr/>
          <p:nvPr/>
        </p:nvSpPr>
        <p:spPr>
          <a:xfrm>
            <a:off x="3540240" y="163620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26"/>
          <p:cNvSpPr/>
          <p:nvPr/>
        </p:nvSpPr>
        <p:spPr>
          <a:xfrm>
            <a:off x="5707080" y="167148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26"/>
          <p:cNvSpPr/>
          <p:nvPr/>
        </p:nvSpPr>
        <p:spPr>
          <a:xfrm>
            <a:off x="7594920" y="16113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2" name="Google Shape;952;p26"/>
          <p:cNvGrpSpPr/>
          <p:nvPr/>
        </p:nvGrpSpPr>
        <p:grpSpPr>
          <a:xfrm>
            <a:off x="5838120" y="1788840"/>
            <a:ext cx="397800" cy="353520"/>
            <a:chOff x="5838120" y="1788840"/>
            <a:chExt cx="397800" cy="353520"/>
          </a:xfrm>
        </p:grpSpPr>
        <p:sp>
          <p:nvSpPr>
            <p:cNvPr id="953" name="Google Shape;953;p26"/>
            <p:cNvSpPr/>
            <p:nvPr/>
          </p:nvSpPr>
          <p:spPr>
            <a:xfrm>
              <a:off x="5882760" y="1969560"/>
              <a:ext cx="48600" cy="16560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6"/>
            <p:cNvSpPr/>
            <p:nvPr/>
          </p:nvSpPr>
          <p:spPr>
            <a:xfrm>
              <a:off x="5863680" y="2088000"/>
              <a:ext cx="10800" cy="54360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6"/>
            <p:cNvSpPr/>
            <p:nvPr/>
          </p:nvSpPr>
          <p:spPr>
            <a:xfrm>
              <a:off x="5838120" y="1938240"/>
              <a:ext cx="230400" cy="203760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6"/>
            <p:cNvSpPr/>
            <p:nvPr/>
          </p:nvSpPr>
          <p:spPr>
            <a:xfrm>
              <a:off x="6000840" y="1788840"/>
              <a:ext cx="235080" cy="197640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6"/>
            <p:cNvSpPr/>
            <p:nvPr/>
          </p:nvSpPr>
          <p:spPr>
            <a:xfrm>
              <a:off x="6031800" y="1826280"/>
              <a:ext cx="173160" cy="110520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8" name="Google Shape;958;p26"/>
          <p:cNvSpPr/>
          <p:nvPr/>
        </p:nvSpPr>
        <p:spPr>
          <a:xfrm>
            <a:off x="1150920" y="163620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26"/>
          <p:cNvSpPr/>
          <p:nvPr/>
        </p:nvSpPr>
        <p:spPr>
          <a:xfrm>
            <a:off x="7690680" y="1683000"/>
            <a:ext cx="437400" cy="399240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0" name="Google Shape;960;p26"/>
          <p:cNvGrpSpPr/>
          <p:nvPr/>
        </p:nvGrpSpPr>
        <p:grpSpPr>
          <a:xfrm>
            <a:off x="3667320" y="1732680"/>
            <a:ext cx="374040" cy="374400"/>
            <a:chOff x="3667320" y="1732680"/>
            <a:chExt cx="374040" cy="374400"/>
          </a:xfrm>
        </p:grpSpPr>
        <p:sp>
          <p:nvSpPr>
            <p:cNvPr id="961" name="Google Shape;961;p26"/>
            <p:cNvSpPr/>
            <p:nvPr/>
          </p:nvSpPr>
          <p:spPr>
            <a:xfrm>
              <a:off x="3667320" y="1874160"/>
              <a:ext cx="374040" cy="23292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6"/>
            <p:cNvSpPr/>
            <p:nvPr/>
          </p:nvSpPr>
          <p:spPr>
            <a:xfrm>
              <a:off x="3673080" y="1732680"/>
              <a:ext cx="357480" cy="215640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3" name="Google Shape;963;p26"/>
          <p:cNvGrpSpPr/>
          <p:nvPr/>
        </p:nvGrpSpPr>
        <p:grpSpPr>
          <a:xfrm>
            <a:off x="1307880" y="1793520"/>
            <a:ext cx="314640" cy="313560"/>
            <a:chOff x="1307880" y="1793520"/>
            <a:chExt cx="314640" cy="313560"/>
          </a:xfrm>
        </p:grpSpPr>
        <p:sp>
          <p:nvSpPr>
            <p:cNvPr id="964" name="Google Shape;964;p26"/>
            <p:cNvSpPr/>
            <p:nvPr/>
          </p:nvSpPr>
          <p:spPr>
            <a:xfrm>
              <a:off x="1307880" y="1793520"/>
              <a:ext cx="314640" cy="313560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26"/>
            <p:cNvSpPr/>
            <p:nvPr/>
          </p:nvSpPr>
          <p:spPr>
            <a:xfrm>
              <a:off x="1412640" y="1814400"/>
              <a:ext cx="188640" cy="179640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6"/>
            <p:cNvSpPr/>
            <p:nvPr/>
          </p:nvSpPr>
          <p:spPr>
            <a:xfrm>
              <a:off x="1468800" y="1848600"/>
              <a:ext cx="84600" cy="103680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6"/>
            <p:cNvSpPr/>
            <p:nvPr/>
          </p:nvSpPr>
          <p:spPr>
            <a:xfrm>
              <a:off x="1518120" y="1910880"/>
              <a:ext cx="103320" cy="102600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8" name="Google Shape;968;p26"/>
          <p:cNvSpPr/>
          <p:nvPr/>
        </p:nvSpPr>
        <p:spPr>
          <a:xfrm>
            <a:off x="916560" y="961920"/>
            <a:ext cx="540720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27"/>
          <p:cNvSpPr txBox="1"/>
          <p:nvPr>
            <p:ph idx="4294967295"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Gabriel Sofiati – Analista / Testador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27"/>
          <p:cNvSpPr txBox="1"/>
          <p:nvPr>
            <p:ph idx="4294967295" type="title"/>
          </p:nvPr>
        </p:nvSpPr>
        <p:spPr>
          <a:xfrm>
            <a:off x="652320" y="252540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27"/>
          <p:cNvSpPr txBox="1"/>
          <p:nvPr>
            <p:ph idx="4294967295" type="subTitle"/>
          </p:nvPr>
        </p:nvSpPr>
        <p:spPr>
          <a:xfrm>
            <a:off x="472542" y="2907010"/>
            <a:ext cx="2054100" cy="16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Elaboração</a:t>
            </a: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dos testes de regressão mod 3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(Sprint 1)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27"/>
          <p:cNvSpPr txBox="1"/>
          <p:nvPr>
            <p:ph idx="4294967295" type="title"/>
          </p:nvPr>
        </p:nvSpPr>
        <p:spPr>
          <a:xfrm>
            <a:off x="2615040" y="252540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27"/>
          <p:cNvSpPr txBox="1"/>
          <p:nvPr>
            <p:ph idx="4294967295" type="subTitle"/>
          </p:nvPr>
        </p:nvSpPr>
        <p:spPr>
          <a:xfrm>
            <a:off x="2562120" y="2936160"/>
            <a:ext cx="1935000" cy="1279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Adicionar tarefas no kanban mod 2</a:t>
            </a: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b="0" i="0" sz="12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(Sprint 2)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8" name="Google Shape;978;p27"/>
          <p:cNvSpPr txBox="1"/>
          <p:nvPr>
            <p:ph idx="4294967295" type="title"/>
          </p:nvPr>
        </p:nvSpPr>
        <p:spPr>
          <a:xfrm>
            <a:off x="4668480" y="252540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3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27"/>
          <p:cNvSpPr txBox="1"/>
          <p:nvPr>
            <p:ph idx="4294967295" type="subTitle"/>
          </p:nvPr>
        </p:nvSpPr>
        <p:spPr>
          <a:xfrm>
            <a:off x="4532400" y="2936160"/>
            <a:ext cx="1935000" cy="158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Fazer os casos de teste e seus requisitos mod 3.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(Sprint 2)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0" name="Google Shape;980;p27"/>
          <p:cNvSpPr txBox="1"/>
          <p:nvPr>
            <p:ph idx="4294967295" type="title"/>
          </p:nvPr>
        </p:nvSpPr>
        <p:spPr>
          <a:xfrm>
            <a:off x="6775200" y="252540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DIFICULDADES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27"/>
          <p:cNvSpPr txBox="1"/>
          <p:nvPr>
            <p:ph idx="4294967295" type="subTitle"/>
          </p:nvPr>
        </p:nvSpPr>
        <p:spPr>
          <a:xfrm>
            <a:off x="6534360" y="2936160"/>
            <a:ext cx="2104920" cy="10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Dificuldade na administração do tempo.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27"/>
          <p:cNvSpPr/>
          <p:nvPr/>
        </p:nvSpPr>
        <p:spPr>
          <a:xfrm>
            <a:off x="3148200" y="173880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27"/>
          <p:cNvSpPr/>
          <p:nvPr/>
        </p:nvSpPr>
        <p:spPr>
          <a:xfrm>
            <a:off x="5185800" y="173880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27"/>
          <p:cNvSpPr/>
          <p:nvPr/>
        </p:nvSpPr>
        <p:spPr>
          <a:xfrm>
            <a:off x="7308360" y="173880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5" name="Google Shape;985;p27"/>
          <p:cNvGrpSpPr/>
          <p:nvPr/>
        </p:nvGrpSpPr>
        <p:grpSpPr>
          <a:xfrm>
            <a:off x="5316840" y="1856160"/>
            <a:ext cx="397800" cy="353520"/>
            <a:chOff x="5316840" y="1856160"/>
            <a:chExt cx="397800" cy="353520"/>
          </a:xfrm>
        </p:grpSpPr>
        <p:sp>
          <p:nvSpPr>
            <p:cNvPr id="986" name="Google Shape;986;p27"/>
            <p:cNvSpPr/>
            <p:nvPr/>
          </p:nvSpPr>
          <p:spPr>
            <a:xfrm>
              <a:off x="5361480" y="2036520"/>
              <a:ext cx="48600" cy="16560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7"/>
            <p:cNvSpPr/>
            <p:nvPr/>
          </p:nvSpPr>
          <p:spPr>
            <a:xfrm>
              <a:off x="5342760" y="2155320"/>
              <a:ext cx="10800" cy="54360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7"/>
            <p:cNvSpPr/>
            <p:nvPr/>
          </p:nvSpPr>
          <p:spPr>
            <a:xfrm>
              <a:off x="5316840" y="2005560"/>
              <a:ext cx="230400" cy="203760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7"/>
            <p:cNvSpPr/>
            <p:nvPr/>
          </p:nvSpPr>
          <p:spPr>
            <a:xfrm>
              <a:off x="5479560" y="1856160"/>
              <a:ext cx="235080" cy="197640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7"/>
            <p:cNvSpPr/>
            <p:nvPr/>
          </p:nvSpPr>
          <p:spPr>
            <a:xfrm>
              <a:off x="5510520" y="1893240"/>
              <a:ext cx="173160" cy="110520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1" name="Google Shape;991;p27"/>
          <p:cNvSpPr/>
          <p:nvPr/>
        </p:nvSpPr>
        <p:spPr>
          <a:xfrm>
            <a:off x="1185480" y="173880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27"/>
          <p:cNvSpPr/>
          <p:nvPr/>
        </p:nvSpPr>
        <p:spPr>
          <a:xfrm>
            <a:off x="7404120" y="1810440"/>
            <a:ext cx="437400" cy="399240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3" name="Google Shape;993;p27"/>
          <p:cNvGrpSpPr/>
          <p:nvPr/>
        </p:nvGrpSpPr>
        <p:grpSpPr>
          <a:xfrm>
            <a:off x="3275280" y="1835280"/>
            <a:ext cx="374040" cy="374400"/>
            <a:chOff x="3275280" y="1835280"/>
            <a:chExt cx="374040" cy="374400"/>
          </a:xfrm>
        </p:grpSpPr>
        <p:sp>
          <p:nvSpPr>
            <p:cNvPr id="994" name="Google Shape;994;p27"/>
            <p:cNvSpPr/>
            <p:nvPr/>
          </p:nvSpPr>
          <p:spPr>
            <a:xfrm>
              <a:off x="3275280" y="1976760"/>
              <a:ext cx="374040" cy="23292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7"/>
            <p:cNvSpPr/>
            <p:nvPr/>
          </p:nvSpPr>
          <p:spPr>
            <a:xfrm>
              <a:off x="3281040" y="1835280"/>
              <a:ext cx="357480" cy="215640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6" name="Google Shape;996;p27"/>
          <p:cNvGrpSpPr/>
          <p:nvPr/>
        </p:nvGrpSpPr>
        <p:grpSpPr>
          <a:xfrm>
            <a:off x="1342080" y="1896120"/>
            <a:ext cx="314640" cy="313560"/>
            <a:chOff x="1342080" y="1896120"/>
            <a:chExt cx="314640" cy="313560"/>
          </a:xfrm>
        </p:grpSpPr>
        <p:sp>
          <p:nvSpPr>
            <p:cNvPr id="997" name="Google Shape;997;p27"/>
            <p:cNvSpPr/>
            <p:nvPr/>
          </p:nvSpPr>
          <p:spPr>
            <a:xfrm>
              <a:off x="1342080" y="1896120"/>
              <a:ext cx="314640" cy="313560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7"/>
            <p:cNvSpPr/>
            <p:nvPr/>
          </p:nvSpPr>
          <p:spPr>
            <a:xfrm>
              <a:off x="1447200" y="1917000"/>
              <a:ext cx="188640" cy="179640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7"/>
            <p:cNvSpPr/>
            <p:nvPr/>
          </p:nvSpPr>
          <p:spPr>
            <a:xfrm>
              <a:off x="1503360" y="1950840"/>
              <a:ext cx="84600" cy="103680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7"/>
            <p:cNvSpPr/>
            <p:nvPr/>
          </p:nvSpPr>
          <p:spPr>
            <a:xfrm>
              <a:off x="1552680" y="2013480"/>
              <a:ext cx="103320" cy="102600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1" name="Google Shape;1001;p27"/>
          <p:cNvSpPr/>
          <p:nvPr/>
        </p:nvSpPr>
        <p:spPr>
          <a:xfrm>
            <a:off x="916560" y="961920"/>
            <a:ext cx="606024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28"/>
          <p:cNvSpPr txBox="1"/>
          <p:nvPr>
            <p:ph idx="4294967295"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Webster Dias – Analista / Testador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28"/>
          <p:cNvSpPr/>
          <p:nvPr/>
        </p:nvSpPr>
        <p:spPr>
          <a:xfrm>
            <a:off x="1207245" y="2179065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8" name="Google Shape;1008;p28"/>
          <p:cNvGrpSpPr/>
          <p:nvPr/>
        </p:nvGrpSpPr>
        <p:grpSpPr>
          <a:xfrm>
            <a:off x="1338645" y="2296425"/>
            <a:ext cx="397440" cy="353880"/>
            <a:chOff x="1710720" y="2415600"/>
            <a:chExt cx="397440" cy="353880"/>
          </a:xfrm>
        </p:grpSpPr>
        <p:sp>
          <p:nvSpPr>
            <p:cNvPr id="1009" name="Google Shape;1009;p28"/>
            <p:cNvSpPr/>
            <p:nvPr/>
          </p:nvSpPr>
          <p:spPr>
            <a:xfrm>
              <a:off x="1755000" y="2596320"/>
              <a:ext cx="48600" cy="16560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8"/>
            <p:cNvSpPr/>
            <p:nvPr/>
          </p:nvSpPr>
          <p:spPr>
            <a:xfrm>
              <a:off x="1736280" y="2715120"/>
              <a:ext cx="10800" cy="54360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8"/>
            <p:cNvSpPr/>
            <p:nvPr/>
          </p:nvSpPr>
          <p:spPr>
            <a:xfrm>
              <a:off x="1710720" y="2565000"/>
              <a:ext cx="230400" cy="203760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8"/>
            <p:cNvSpPr/>
            <p:nvPr/>
          </p:nvSpPr>
          <p:spPr>
            <a:xfrm>
              <a:off x="1873080" y="2415600"/>
              <a:ext cx="235080" cy="197640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8"/>
            <p:cNvSpPr/>
            <p:nvPr/>
          </p:nvSpPr>
          <p:spPr>
            <a:xfrm>
              <a:off x="1904040" y="2453040"/>
              <a:ext cx="173160" cy="110520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4" name="Google Shape;1014;p28"/>
          <p:cNvSpPr/>
          <p:nvPr/>
        </p:nvSpPr>
        <p:spPr>
          <a:xfrm>
            <a:off x="916560" y="961920"/>
            <a:ext cx="587448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5" name="Google Shape;1015;p28"/>
          <p:cNvSpPr/>
          <p:nvPr/>
        </p:nvSpPr>
        <p:spPr>
          <a:xfrm>
            <a:off x="784100" y="2809125"/>
            <a:ext cx="14745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Execução de testes de </a:t>
            </a:r>
            <a:r>
              <a:rPr b="1" lang="en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regressão</a:t>
            </a:r>
            <a:r>
              <a:rPr b="1" lang="en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 (sprint 1)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28"/>
          <p:cNvSpPr/>
          <p:nvPr/>
        </p:nvSpPr>
        <p:spPr>
          <a:xfrm>
            <a:off x="4780805" y="2218315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7" name="Google Shape;1017;p28"/>
          <p:cNvGrpSpPr/>
          <p:nvPr/>
        </p:nvGrpSpPr>
        <p:grpSpPr>
          <a:xfrm>
            <a:off x="4858925" y="2296435"/>
            <a:ext cx="492120" cy="471960"/>
            <a:chOff x="5463000" y="2376360"/>
            <a:chExt cx="492120" cy="471960"/>
          </a:xfrm>
        </p:grpSpPr>
        <p:sp>
          <p:nvSpPr>
            <p:cNvPr id="1018" name="Google Shape;1018;p28"/>
            <p:cNvSpPr/>
            <p:nvPr/>
          </p:nvSpPr>
          <p:spPr>
            <a:xfrm>
              <a:off x="5877720" y="2426760"/>
              <a:ext cx="18000" cy="17280"/>
            </a:xfrm>
            <a:custGeom>
              <a:rect b="b" l="l" r="r" t="t"/>
              <a:pathLst>
                <a:path extrusionOk="0" h="780" w="814">
                  <a:moveTo>
                    <a:pt x="391" y="1"/>
                  </a:moveTo>
                  <a:cubicBezTo>
                    <a:pt x="191" y="1"/>
                    <a:pt x="0" y="156"/>
                    <a:pt x="0" y="390"/>
                  </a:cubicBezTo>
                  <a:cubicBezTo>
                    <a:pt x="0" y="624"/>
                    <a:pt x="191" y="779"/>
                    <a:pt x="390" y="779"/>
                  </a:cubicBezTo>
                  <a:cubicBezTo>
                    <a:pt x="486" y="779"/>
                    <a:pt x="583" y="744"/>
                    <a:pt x="662" y="664"/>
                  </a:cubicBezTo>
                  <a:cubicBezTo>
                    <a:pt x="814" y="514"/>
                    <a:pt x="814" y="267"/>
                    <a:pt x="662" y="115"/>
                  </a:cubicBezTo>
                  <a:cubicBezTo>
                    <a:pt x="583" y="36"/>
                    <a:pt x="486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8"/>
            <p:cNvSpPr/>
            <p:nvPr/>
          </p:nvSpPr>
          <p:spPr>
            <a:xfrm>
              <a:off x="5774400" y="2603880"/>
              <a:ext cx="18000" cy="16920"/>
            </a:xfrm>
            <a:custGeom>
              <a:rect b="b" l="l" r="r" t="t"/>
              <a:pathLst>
                <a:path extrusionOk="0" h="778" w="815">
                  <a:moveTo>
                    <a:pt x="391" y="0"/>
                  </a:moveTo>
                  <a:cubicBezTo>
                    <a:pt x="192" y="0"/>
                    <a:pt x="1" y="155"/>
                    <a:pt x="1" y="389"/>
                  </a:cubicBezTo>
                  <a:cubicBezTo>
                    <a:pt x="1" y="623"/>
                    <a:pt x="192" y="777"/>
                    <a:pt x="391" y="777"/>
                  </a:cubicBezTo>
                  <a:cubicBezTo>
                    <a:pt x="486" y="777"/>
                    <a:pt x="584" y="742"/>
                    <a:pt x="663" y="663"/>
                  </a:cubicBezTo>
                  <a:cubicBezTo>
                    <a:pt x="815" y="512"/>
                    <a:pt x="815" y="265"/>
                    <a:pt x="663" y="115"/>
                  </a:cubicBezTo>
                  <a:cubicBezTo>
                    <a:pt x="584" y="36"/>
                    <a:pt x="486" y="0"/>
                    <a:pt x="3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8"/>
            <p:cNvSpPr/>
            <p:nvPr/>
          </p:nvSpPr>
          <p:spPr>
            <a:xfrm>
              <a:off x="5737680" y="2566800"/>
              <a:ext cx="18000" cy="17280"/>
            </a:xfrm>
            <a:custGeom>
              <a:rect b="b" l="l" r="r" t="t"/>
              <a:pathLst>
                <a:path extrusionOk="0" h="779" w="815">
                  <a:moveTo>
                    <a:pt x="391" y="1"/>
                  </a:moveTo>
                  <a:cubicBezTo>
                    <a:pt x="192" y="1"/>
                    <a:pt x="0" y="156"/>
                    <a:pt x="0" y="390"/>
                  </a:cubicBezTo>
                  <a:cubicBezTo>
                    <a:pt x="0" y="623"/>
                    <a:pt x="192" y="778"/>
                    <a:pt x="391" y="778"/>
                  </a:cubicBezTo>
                  <a:cubicBezTo>
                    <a:pt x="486" y="778"/>
                    <a:pt x="583" y="743"/>
                    <a:pt x="662" y="664"/>
                  </a:cubicBezTo>
                  <a:cubicBezTo>
                    <a:pt x="814" y="512"/>
                    <a:pt x="814" y="267"/>
                    <a:pt x="662" y="115"/>
                  </a:cubicBezTo>
                  <a:cubicBezTo>
                    <a:pt x="583" y="36"/>
                    <a:pt x="486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8"/>
            <p:cNvSpPr/>
            <p:nvPr/>
          </p:nvSpPr>
          <p:spPr>
            <a:xfrm>
              <a:off x="5737680" y="2640960"/>
              <a:ext cx="18000" cy="16920"/>
            </a:xfrm>
            <a:custGeom>
              <a:rect b="b" l="l" r="r" t="t"/>
              <a:pathLst>
                <a:path extrusionOk="0" h="778" w="816">
                  <a:moveTo>
                    <a:pt x="392" y="0"/>
                  </a:moveTo>
                  <a:cubicBezTo>
                    <a:pt x="192" y="0"/>
                    <a:pt x="0" y="155"/>
                    <a:pt x="0" y="389"/>
                  </a:cubicBezTo>
                  <a:cubicBezTo>
                    <a:pt x="0" y="623"/>
                    <a:pt x="192" y="778"/>
                    <a:pt x="392" y="778"/>
                  </a:cubicBezTo>
                  <a:cubicBezTo>
                    <a:pt x="487" y="778"/>
                    <a:pt x="584" y="742"/>
                    <a:pt x="663" y="663"/>
                  </a:cubicBezTo>
                  <a:cubicBezTo>
                    <a:pt x="815" y="512"/>
                    <a:pt x="815" y="266"/>
                    <a:pt x="663" y="114"/>
                  </a:cubicBezTo>
                  <a:cubicBezTo>
                    <a:pt x="584" y="35"/>
                    <a:pt x="487" y="0"/>
                    <a:pt x="3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8"/>
            <p:cNvSpPr/>
            <p:nvPr/>
          </p:nvSpPr>
          <p:spPr>
            <a:xfrm>
              <a:off x="5700600" y="2530080"/>
              <a:ext cx="18000" cy="16920"/>
            </a:xfrm>
            <a:custGeom>
              <a:rect b="b" l="l" r="r" t="t"/>
              <a:pathLst>
                <a:path extrusionOk="0" h="778" w="815">
                  <a:moveTo>
                    <a:pt x="391" y="0"/>
                  </a:moveTo>
                  <a:cubicBezTo>
                    <a:pt x="192" y="0"/>
                    <a:pt x="1" y="155"/>
                    <a:pt x="1" y="389"/>
                  </a:cubicBezTo>
                  <a:cubicBezTo>
                    <a:pt x="1" y="623"/>
                    <a:pt x="192" y="778"/>
                    <a:pt x="391" y="778"/>
                  </a:cubicBezTo>
                  <a:cubicBezTo>
                    <a:pt x="487" y="778"/>
                    <a:pt x="584" y="742"/>
                    <a:pt x="663" y="663"/>
                  </a:cubicBezTo>
                  <a:cubicBezTo>
                    <a:pt x="814" y="512"/>
                    <a:pt x="814" y="266"/>
                    <a:pt x="663" y="114"/>
                  </a:cubicBezTo>
                  <a:cubicBezTo>
                    <a:pt x="584" y="35"/>
                    <a:pt x="487" y="0"/>
                    <a:pt x="3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8"/>
            <p:cNvSpPr/>
            <p:nvPr/>
          </p:nvSpPr>
          <p:spPr>
            <a:xfrm>
              <a:off x="5700600" y="2603880"/>
              <a:ext cx="18000" cy="16920"/>
            </a:xfrm>
            <a:custGeom>
              <a:rect b="b" l="l" r="r" t="t"/>
              <a:pathLst>
                <a:path extrusionOk="0" h="778" w="815">
                  <a:moveTo>
                    <a:pt x="391" y="0"/>
                  </a:moveTo>
                  <a:cubicBezTo>
                    <a:pt x="192" y="0"/>
                    <a:pt x="1" y="155"/>
                    <a:pt x="1" y="389"/>
                  </a:cubicBezTo>
                  <a:cubicBezTo>
                    <a:pt x="1" y="623"/>
                    <a:pt x="191" y="777"/>
                    <a:pt x="391" y="777"/>
                  </a:cubicBezTo>
                  <a:cubicBezTo>
                    <a:pt x="486" y="777"/>
                    <a:pt x="583" y="742"/>
                    <a:pt x="663" y="663"/>
                  </a:cubicBezTo>
                  <a:cubicBezTo>
                    <a:pt x="814" y="512"/>
                    <a:pt x="814" y="265"/>
                    <a:pt x="663" y="115"/>
                  </a:cubicBezTo>
                  <a:cubicBezTo>
                    <a:pt x="584" y="36"/>
                    <a:pt x="486" y="0"/>
                    <a:pt x="3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8"/>
            <p:cNvSpPr/>
            <p:nvPr/>
          </p:nvSpPr>
          <p:spPr>
            <a:xfrm>
              <a:off x="5700600" y="2678040"/>
              <a:ext cx="18000" cy="17280"/>
            </a:xfrm>
            <a:custGeom>
              <a:rect b="b" l="l" r="r" t="t"/>
              <a:pathLst>
                <a:path extrusionOk="0" h="779" w="815">
                  <a:moveTo>
                    <a:pt x="391" y="1"/>
                  </a:moveTo>
                  <a:cubicBezTo>
                    <a:pt x="192" y="1"/>
                    <a:pt x="1" y="156"/>
                    <a:pt x="1" y="390"/>
                  </a:cubicBezTo>
                  <a:cubicBezTo>
                    <a:pt x="1" y="623"/>
                    <a:pt x="192" y="778"/>
                    <a:pt x="391" y="778"/>
                  </a:cubicBezTo>
                  <a:cubicBezTo>
                    <a:pt x="487" y="778"/>
                    <a:pt x="584" y="743"/>
                    <a:pt x="663" y="664"/>
                  </a:cubicBezTo>
                  <a:cubicBezTo>
                    <a:pt x="814" y="512"/>
                    <a:pt x="814" y="267"/>
                    <a:pt x="663" y="115"/>
                  </a:cubicBezTo>
                  <a:cubicBezTo>
                    <a:pt x="584" y="36"/>
                    <a:pt x="487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28"/>
            <p:cNvSpPr/>
            <p:nvPr/>
          </p:nvSpPr>
          <p:spPr>
            <a:xfrm>
              <a:off x="5663520" y="2566800"/>
              <a:ext cx="18000" cy="17280"/>
            </a:xfrm>
            <a:custGeom>
              <a:rect b="b" l="l" r="r" t="t"/>
              <a:pathLst>
                <a:path extrusionOk="0" h="779" w="815">
                  <a:moveTo>
                    <a:pt x="392" y="1"/>
                  </a:moveTo>
                  <a:cubicBezTo>
                    <a:pt x="192" y="1"/>
                    <a:pt x="1" y="156"/>
                    <a:pt x="1" y="390"/>
                  </a:cubicBezTo>
                  <a:cubicBezTo>
                    <a:pt x="1" y="623"/>
                    <a:pt x="192" y="778"/>
                    <a:pt x="392" y="778"/>
                  </a:cubicBezTo>
                  <a:cubicBezTo>
                    <a:pt x="487" y="778"/>
                    <a:pt x="584" y="743"/>
                    <a:pt x="663" y="664"/>
                  </a:cubicBezTo>
                  <a:cubicBezTo>
                    <a:pt x="815" y="512"/>
                    <a:pt x="815" y="267"/>
                    <a:pt x="663" y="115"/>
                  </a:cubicBezTo>
                  <a:cubicBezTo>
                    <a:pt x="584" y="36"/>
                    <a:pt x="487" y="1"/>
                    <a:pt x="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28"/>
            <p:cNvSpPr/>
            <p:nvPr/>
          </p:nvSpPr>
          <p:spPr>
            <a:xfrm>
              <a:off x="5663520" y="2640960"/>
              <a:ext cx="18000" cy="16920"/>
            </a:xfrm>
            <a:custGeom>
              <a:rect b="b" l="l" r="r" t="t"/>
              <a:pathLst>
                <a:path extrusionOk="0" h="778" w="816">
                  <a:moveTo>
                    <a:pt x="392" y="0"/>
                  </a:moveTo>
                  <a:cubicBezTo>
                    <a:pt x="192" y="0"/>
                    <a:pt x="1" y="155"/>
                    <a:pt x="1" y="389"/>
                  </a:cubicBezTo>
                  <a:cubicBezTo>
                    <a:pt x="1" y="623"/>
                    <a:pt x="192" y="778"/>
                    <a:pt x="392" y="778"/>
                  </a:cubicBezTo>
                  <a:cubicBezTo>
                    <a:pt x="487" y="778"/>
                    <a:pt x="584" y="742"/>
                    <a:pt x="663" y="663"/>
                  </a:cubicBezTo>
                  <a:cubicBezTo>
                    <a:pt x="816" y="512"/>
                    <a:pt x="816" y="266"/>
                    <a:pt x="663" y="114"/>
                  </a:cubicBezTo>
                  <a:cubicBezTo>
                    <a:pt x="584" y="35"/>
                    <a:pt x="487" y="0"/>
                    <a:pt x="3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28"/>
            <p:cNvSpPr/>
            <p:nvPr/>
          </p:nvSpPr>
          <p:spPr>
            <a:xfrm>
              <a:off x="5626440" y="2603880"/>
              <a:ext cx="18000" cy="17280"/>
            </a:xfrm>
            <a:custGeom>
              <a:rect b="b" l="l" r="r" t="t"/>
              <a:pathLst>
                <a:path extrusionOk="0" h="779" w="816">
                  <a:moveTo>
                    <a:pt x="391" y="1"/>
                  </a:moveTo>
                  <a:cubicBezTo>
                    <a:pt x="192" y="1"/>
                    <a:pt x="0" y="156"/>
                    <a:pt x="0" y="390"/>
                  </a:cubicBezTo>
                  <a:cubicBezTo>
                    <a:pt x="0" y="624"/>
                    <a:pt x="192" y="779"/>
                    <a:pt x="391" y="779"/>
                  </a:cubicBezTo>
                  <a:cubicBezTo>
                    <a:pt x="487" y="779"/>
                    <a:pt x="584" y="743"/>
                    <a:pt x="663" y="664"/>
                  </a:cubicBezTo>
                  <a:cubicBezTo>
                    <a:pt x="815" y="513"/>
                    <a:pt x="815" y="266"/>
                    <a:pt x="663" y="116"/>
                  </a:cubicBezTo>
                  <a:cubicBezTo>
                    <a:pt x="584" y="36"/>
                    <a:pt x="487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28"/>
            <p:cNvSpPr/>
            <p:nvPr/>
          </p:nvSpPr>
          <p:spPr>
            <a:xfrm>
              <a:off x="5463000" y="2376360"/>
              <a:ext cx="492120" cy="471960"/>
            </a:xfrm>
            <a:custGeom>
              <a:rect b="b" l="l" r="r" t="t"/>
              <a:pathLst>
                <a:path extrusionOk="0" h="19874" w="20709">
                  <a:moveTo>
                    <a:pt x="4688" y="777"/>
                  </a:moveTo>
                  <a:cubicBezTo>
                    <a:pt x="5582" y="777"/>
                    <a:pt x="6475" y="1118"/>
                    <a:pt x="7158" y="1801"/>
                  </a:cubicBezTo>
                  <a:lnTo>
                    <a:pt x="9807" y="4449"/>
                  </a:lnTo>
                  <a:lnTo>
                    <a:pt x="4867" y="9387"/>
                  </a:lnTo>
                  <a:lnTo>
                    <a:pt x="2219" y="6740"/>
                  </a:lnTo>
                  <a:cubicBezTo>
                    <a:pt x="857" y="5379"/>
                    <a:pt x="857" y="3163"/>
                    <a:pt x="2219" y="1801"/>
                  </a:cubicBezTo>
                  <a:cubicBezTo>
                    <a:pt x="2901" y="1118"/>
                    <a:pt x="3795" y="777"/>
                    <a:pt x="4688" y="777"/>
                  </a:cubicBezTo>
                  <a:close/>
                  <a:moveTo>
                    <a:pt x="16020" y="779"/>
                  </a:moveTo>
                  <a:cubicBezTo>
                    <a:pt x="16915" y="779"/>
                    <a:pt x="17809" y="1120"/>
                    <a:pt x="18490" y="1801"/>
                  </a:cubicBezTo>
                  <a:cubicBezTo>
                    <a:pt x="19855" y="3165"/>
                    <a:pt x="19855" y="5375"/>
                    <a:pt x="18490" y="6740"/>
                  </a:cubicBezTo>
                  <a:lnTo>
                    <a:pt x="15842" y="9388"/>
                  </a:lnTo>
                  <a:lnTo>
                    <a:pt x="10903" y="4449"/>
                  </a:lnTo>
                  <a:lnTo>
                    <a:pt x="13551" y="1801"/>
                  </a:lnTo>
                  <a:cubicBezTo>
                    <a:pt x="14232" y="1120"/>
                    <a:pt x="15126" y="779"/>
                    <a:pt x="16020" y="779"/>
                  </a:cubicBezTo>
                  <a:close/>
                  <a:moveTo>
                    <a:pt x="10354" y="4997"/>
                  </a:moveTo>
                  <a:lnTo>
                    <a:pt x="15294" y="9937"/>
                  </a:lnTo>
                  <a:lnTo>
                    <a:pt x="10354" y="14876"/>
                  </a:lnTo>
                  <a:lnTo>
                    <a:pt x="5416" y="9937"/>
                  </a:lnTo>
                  <a:lnTo>
                    <a:pt x="10354" y="4997"/>
                  </a:lnTo>
                  <a:close/>
                  <a:moveTo>
                    <a:pt x="4867" y="10485"/>
                  </a:moveTo>
                  <a:lnTo>
                    <a:pt x="9807" y="15425"/>
                  </a:lnTo>
                  <a:lnTo>
                    <a:pt x="7158" y="18073"/>
                  </a:lnTo>
                  <a:cubicBezTo>
                    <a:pt x="6477" y="18754"/>
                    <a:pt x="5583" y="19094"/>
                    <a:pt x="4688" y="19094"/>
                  </a:cubicBezTo>
                  <a:cubicBezTo>
                    <a:pt x="3794" y="19094"/>
                    <a:pt x="2899" y="18754"/>
                    <a:pt x="2219" y="18073"/>
                  </a:cubicBezTo>
                  <a:cubicBezTo>
                    <a:pt x="857" y="16710"/>
                    <a:pt x="857" y="14494"/>
                    <a:pt x="2219" y="13133"/>
                  </a:cubicBezTo>
                  <a:lnTo>
                    <a:pt x="4867" y="10485"/>
                  </a:lnTo>
                  <a:close/>
                  <a:moveTo>
                    <a:pt x="15842" y="10485"/>
                  </a:moveTo>
                  <a:lnTo>
                    <a:pt x="18490" y="13133"/>
                  </a:lnTo>
                  <a:cubicBezTo>
                    <a:pt x="19852" y="14494"/>
                    <a:pt x="19852" y="16710"/>
                    <a:pt x="18490" y="18073"/>
                  </a:cubicBezTo>
                  <a:cubicBezTo>
                    <a:pt x="17809" y="18754"/>
                    <a:pt x="16915" y="19094"/>
                    <a:pt x="16020" y="19094"/>
                  </a:cubicBezTo>
                  <a:cubicBezTo>
                    <a:pt x="15126" y="19094"/>
                    <a:pt x="14231" y="18754"/>
                    <a:pt x="13550" y="18073"/>
                  </a:cubicBezTo>
                  <a:lnTo>
                    <a:pt x="10902" y="15425"/>
                  </a:lnTo>
                  <a:lnTo>
                    <a:pt x="15842" y="10485"/>
                  </a:lnTo>
                  <a:close/>
                  <a:moveTo>
                    <a:pt x="4688" y="0"/>
                  </a:moveTo>
                  <a:cubicBezTo>
                    <a:pt x="3596" y="0"/>
                    <a:pt x="2503" y="417"/>
                    <a:pt x="1669" y="1252"/>
                  </a:cubicBezTo>
                  <a:cubicBezTo>
                    <a:pt x="0" y="2920"/>
                    <a:pt x="0" y="5620"/>
                    <a:pt x="1669" y="7289"/>
                  </a:cubicBezTo>
                  <a:lnTo>
                    <a:pt x="4318" y="9937"/>
                  </a:lnTo>
                  <a:lnTo>
                    <a:pt x="1669" y="12585"/>
                  </a:lnTo>
                  <a:cubicBezTo>
                    <a:pt x="1" y="14254"/>
                    <a:pt x="0" y="16954"/>
                    <a:pt x="1669" y="18622"/>
                  </a:cubicBezTo>
                  <a:cubicBezTo>
                    <a:pt x="2503" y="19456"/>
                    <a:pt x="3596" y="19873"/>
                    <a:pt x="4688" y="19873"/>
                  </a:cubicBezTo>
                  <a:cubicBezTo>
                    <a:pt x="5780" y="19873"/>
                    <a:pt x="6872" y="19456"/>
                    <a:pt x="7706" y="18622"/>
                  </a:cubicBezTo>
                  <a:lnTo>
                    <a:pt x="10354" y="15974"/>
                  </a:lnTo>
                  <a:lnTo>
                    <a:pt x="13002" y="18622"/>
                  </a:lnTo>
                  <a:cubicBezTo>
                    <a:pt x="13836" y="19456"/>
                    <a:pt x="14929" y="19873"/>
                    <a:pt x="16021" y="19873"/>
                  </a:cubicBezTo>
                  <a:cubicBezTo>
                    <a:pt x="17113" y="19873"/>
                    <a:pt x="18206" y="19456"/>
                    <a:pt x="19040" y="18622"/>
                  </a:cubicBezTo>
                  <a:cubicBezTo>
                    <a:pt x="20708" y="16954"/>
                    <a:pt x="20708" y="14254"/>
                    <a:pt x="19040" y="12585"/>
                  </a:cubicBezTo>
                  <a:lnTo>
                    <a:pt x="16392" y="9937"/>
                  </a:lnTo>
                  <a:lnTo>
                    <a:pt x="19040" y="7289"/>
                  </a:lnTo>
                  <a:cubicBezTo>
                    <a:pt x="20708" y="5621"/>
                    <a:pt x="20708" y="2920"/>
                    <a:pt x="19040" y="1252"/>
                  </a:cubicBezTo>
                  <a:cubicBezTo>
                    <a:pt x="18206" y="417"/>
                    <a:pt x="17113" y="0"/>
                    <a:pt x="16021" y="0"/>
                  </a:cubicBezTo>
                  <a:cubicBezTo>
                    <a:pt x="14929" y="0"/>
                    <a:pt x="13836" y="417"/>
                    <a:pt x="13002" y="1252"/>
                  </a:cubicBezTo>
                  <a:lnTo>
                    <a:pt x="10354" y="3900"/>
                  </a:lnTo>
                  <a:lnTo>
                    <a:pt x="7706" y="1252"/>
                  </a:lnTo>
                  <a:cubicBezTo>
                    <a:pt x="6872" y="417"/>
                    <a:pt x="5780" y="0"/>
                    <a:pt x="4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8"/>
            <p:cNvSpPr/>
            <p:nvPr/>
          </p:nvSpPr>
          <p:spPr>
            <a:xfrm>
              <a:off x="5830200" y="2461320"/>
              <a:ext cx="79920" cy="107640"/>
            </a:xfrm>
            <a:custGeom>
              <a:rect b="b" l="l" r="r" t="t"/>
              <a:pathLst>
                <a:path extrusionOk="0" h="4575" w="3420">
                  <a:moveTo>
                    <a:pt x="2917" y="1"/>
                  </a:moveTo>
                  <a:cubicBezTo>
                    <a:pt x="2900" y="1"/>
                    <a:pt x="2883" y="2"/>
                    <a:pt x="2865" y="4"/>
                  </a:cubicBezTo>
                  <a:cubicBezTo>
                    <a:pt x="2650" y="33"/>
                    <a:pt x="2499" y="234"/>
                    <a:pt x="2533" y="448"/>
                  </a:cubicBezTo>
                  <a:cubicBezTo>
                    <a:pt x="2617" y="1049"/>
                    <a:pt x="2413" y="1654"/>
                    <a:pt x="1983" y="2082"/>
                  </a:cubicBezTo>
                  <a:lnTo>
                    <a:pt x="160" y="3906"/>
                  </a:lnTo>
                  <a:cubicBezTo>
                    <a:pt x="3" y="4057"/>
                    <a:pt x="1" y="4307"/>
                    <a:pt x="153" y="4460"/>
                  </a:cubicBezTo>
                  <a:cubicBezTo>
                    <a:pt x="230" y="4536"/>
                    <a:pt x="329" y="4574"/>
                    <a:pt x="429" y="4574"/>
                  </a:cubicBezTo>
                  <a:cubicBezTo>
                    <a:pt x="531" y="4574"/>
                    <a:pt x="632" y="4534"/>
                    <a:pt x="708" y="4455"/>
                  </a:cubicBezTo>
                  <a:lnTo>
                    <a:pt x="2533" y="2631"/>
                  </a:lnTo>
                  <a:cubicBezTo>
                    <a:pt x="3134" y="2032"/>
                    <a:pt x="3419" y="1185"/>
                    <a:pt x="3302" y="345"/>
                  </a:cubicBezTo>
                  <a:cubicBezTo>
                    <a:pt x="3279" y="147"/>
                    <a:pt x="3111" y="1"/>
                    <a:pt x="29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0" name="Google Shape;1030;p28"/>
          <p:cNvSpPr/>
          <p:nvPr/>
        </p:nvSpPr>
        <p:spPr>
          <a:xfrm>
            <a:off x="3016907" y="2179065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1" name="Google Shape;1031;p28"/>
          <p:cNvGrpSpPr/>
          <p:nvPr/>
        </p:nvGrpSpPr>
        <p:grpSpPr>
          <a:xfrm>
            <a:off x="3088188" y="2281305"/>
            <a:ext cx="486000" cy="424080"/>
            <a:chOff x="3274200" y="2400480"/>
            <a:chExt cx="486000" cy="424080"/>
          </a:xfrm>
        </p:grpSpPr>
        <p:sp>
          <p:nvSpPr>
            <p:cNvPr id="1032" name="Google Shape;1032;p28"/>
            <p:cNvSpPr/>
            <p:nvPr/>
          </p:nvSpPr>
          <p:spPr>
            <a:xfrm>
              <a:off x="3675240" y="2742480"/>
              <a:ext cx="20160" cy="16920"/>
            </a:xfrm>
            <a:custGeom>
              <a:rect b="b" l="l" r="r" t="t"/>
              <a:pathLst>
                <a:path extrusionOk="0" h="778" w="909">
                  <a:moveTo>
                    <a:pt x="521" y="0"/>
                  </a:moveTo>
                  <a:cubicBezTo>
                    <a:pt x="174" y="0"/>
                    <a:pt x="1" y="419"/>
                    <a:pt x="245" y="663"/>
                  </a:cubicBezTo>
                  <a:cubicBezTo>
                    <a:pt x="325" y="742"/>
                    <a:pt x="422" y="778"/>
                    <a:pt x="517" y="778"/>
                  </a:cubicBezTo>
                  <a:cubicBezTo>
                    <a:pt x="717" y="778"/>
                    <a:pt x="909" y="623"/>
                    <a:pt x="909" y="389"/>
                  </a:cubicBezTo>
                  <a:cubicBezTo>
                    <a:pt x="909" y="175"/>
                    <a:pt x="735" y="0"/>
                    <a:pt x="5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8"/>
            <p:cNvSpPr/>
            <p:nvPr/>
          </p:nvSpPr>
          <p:spPr>
            <a:xfrm>
              <a:off x="3274200" y="2400480"/>
              <a:ext cx="486000" cy="424080"/>
            </a:xfrm>
            <a:custGeom>
              <a:rect b="b" l="l" r="r" t="t"/>
              <a:pathLst>
                <a:path extrusionOk="0" h="17853" w="20457">
                  <a:moveTo>
                    <a:pt x="10230" y="777"/>
                  </a:moveTo>
                  <a:cubicBezTo>
                    <a:pt x="10231" y="777"/>
                    <a:pt x="10233" y="777"/>
                    <a:pt x="10234" y="777"/>
                  </a:cubicBezTo>
                  <a:cubicBezTo>
                    <a:pt x="11946" y="777"/>
                    <a:pt x="13338" y="2169"/>
                    <a:pt x="13338" y="3881"/>
                  </a:cubicBezTo>
                  <a:cubicBezTo>
                    <a:pt x="13338" y="5593"/>
                    <a:pt x="11946" y="6985"/>
                    <a:pt x="10234" y="6985"/>
                  </a:cubicBezTo>
                  <a:cubicBezTo>
                    <a:pt x="8519" y="6985"/>
                    <a:pt x="7130" y="5595"/>
                    <a:pt x="7130" y="3881"/>
                  </a:cubicBezTo>
                  <a:cubicBezTo>
                    <a:pt x="7127" y="2167"/>
                    <a:pt x="8516" y="777"/>
                    <a:pt x="10230" y="777"/>
                  </a:cubicBezTo>
                  <a:close/>
                  <a:moveTo>
                    <a:pt x="6396" y="4444"/>
                  </a:moveTo>
                  <a:cubicBezTo>
                    <a:pt x="6516" y="5270"/>
                    <a:pt x="6899" y="6033"/>
                    <a:pt x="7489" y="6623"/>
                  </a:cubicBezTo>
                  <a:lnTo>
                    <a:pt x="7365" y="6877"/>
                  </a:lnTo>
                  <a:cubicBezTo>
                    <a:pt x="6669" y="8301"/>
                    <a:pt x="6937" y="9543"/>
                    <a:pt x="6937" y="9606"/>
                  </a:cubicBezTo>
                  <a:cubicBezTo>
                    <a:pt x="7024" y="10206"/>
                    <a:pt x="7106" y="10849"/>
                    <a:pt x="7120" y="11480"/>
                  </a:cubicBezTo>
                  <a:cubicBezTo>
                    <a:pt x="7130" y="11954"/>
                    <a:pt x="7102" y="12366"/>
                    <a:pt x="7034" y="12739"/>
                  </a:cubicBezTo>
                  <a:cubicBezTo>
                    <a:pt x="6999" y="12948"/>
                    <a:pt x="7138" y="13146"/>
                    <a:pt x="7346" y="13184"/>
                  </a:cubicBezTo>
                  <a:cubicBezTo>
                    <a:pt x="7370" y="13188"/>
                    <a:pt x="7393" y="13191"/>
                    <a:pt x="7416" y="13191"/>
                  </a:cubicBezTo>
                  <a:cubicBezTo>
                    <a:pt x="7597" y="13191"/>
                    <a:pt x="7759" y="13064"/>
                    <a:pt x="7797" y="12880"/>
                  </a:cubicBezTo>
                  <a:cubicBezTo>
                    <a:pt x="7865" y="12508"/>
                    <a:pt x="7898" y="12107"/>
                    <a:pt x="7898" y="11660"/>
                  </a:cubicBezTo>
                  <a:cubicBezTo>
                    <a:pt x="8624" y="11144"/>
                    <a:pt x="9820" y="10867"/>
                    <a:pt x="10636" y="10867"/>
                  </a:cubicBezTo>
                  <a:cubicBezTo>
                    <a:pt x="11432" y="10867"/>
                    <a:pt x="12200" y="11127"/>
                    <a:pt x="12873" y="11577"/>
                  </a:cubicBezTo>
                  <a:cubicBezTo>
                    <a:pt x="12941" y="11626"/>
                    <a:pt x="13020" y="11650"/>
                    <a:pt x="13098" y="11650"/>
                  </a:cubicBezTo>
                  <a:cubicBezTo>
                    <a:pt x="13223" y="11650"/>
                    <a:pt x="13346" y="11589"/>
                    <a:pt x="13421" y="11478"/>
                  </a:cubicBezTo>
                  <a:cubicBezTo>
                    <a:pt x="13543" y="11296"/>
                    <a:pt x="13490" y="11048"/>
                    <a:pt x="13303" y="10932"/>
                  </a:cubicBezTo>
                  <a:cubicBezTo>
                    <a:pt x="13181" y="10850"/>
                    <a:pt x="13054" y="10773"/>
                    <a:pt x="12927" y="10702"/>
                  </a:cubicBezTo>
                  <a:cubicBezTo>
                    <a:pt x="13845" y="9256"/>
                    <a:pt x="15421" y="8536"/>
                    <a:pt x="16771" y="8536"/>
                  </a:cubicBezTo>
                  <a:cubicBezTo>
                    <a:pt x="17051" y="8536"/>
                    <a:pt x="17322" y="8567"/>
                    <a:pt x="17575" y="8630"/>
                  </a:cubicBezTo>
                  <a:cubicBezTo>
                    <a:pt x="18216" y="8787"/>
                    <a:pt x="19291" y="9288"/>
                    <a:pt x="19291" y="10870"/>
                  </a:cubicBezTo>
                  <a:cubicBezTo>
                    <a:pt x="19291" y="13206"/>
                    <a:pt x="19636" y="15405"/>
                    <a:pt x="17426" y="16145"/>
                  </a:cubicBezTo>
                  <a:cubicBezTo>
                    <a:pt x="15108" y="16918"/>
                    <a:pt x="13184" y="17077"/>
                    <a:pt x="11012" y="17077"/>
                  </a:cubicBezTo>
                  <a:cubicBezTo>
                    <a:pt x="7744" y="17077"/>
                    <a:pt x="4229" y="16183"/>
                    <a:pt x="1610" y="14686"/>
                  </a:cubicBezTo>
                  <a:cubicBezTo>
                    <a:pt x="1445" y="14593"/>
                    <a:pt x="1290" y="14330"/>
                    <a:pt x="1172" y="13947"/>
                  </a:cubicBezTo>
                  <a:cubicBezTo>
                    <a:pt x="825" y="12821"/>
                    <a:pt x="995" y="12345"/>
                    <a:pt x="1569" y="11274"/>
                  </a:cubicBezTo>
                  <a:cubicBezTo>
                    <a:pt x="2892" y="8809"/>
                    <a:pt x="4513" y="6515"/>
                    <a:pt x="6396" y="4444"/>
                  </a:cubicBezTo>
                  <a:close/>
                  <a:moveTo>
                    <a:pt x="10234" y="0"/>
                  </a:moveTo>
                  <a:cubicBezTo>
                    <a:pt x="8306" y="0"/>
                    <a:pt x="6680" y="1410"/>
                    <a:pt x="6398" y="3302"/>
                  </a:cubicBezTo>
                  <a:cubicBezTo>
                    <a:pt x="4225" y="5577"/>
                    <a:pt x="2372" y="8135"/>
                    <a:pt x="885" y="10907"/>
                  </a:cubicBezTo>
                  <a:cubicBezTo>
                    <a:pt x="239" y="12111"/>
                    <a:pt x="0" y="12785"/>
                    <a:pt x="429" y="14176"/>
                  </a:cubicBezTo>
                  <a:cubicBezTo>
                    <a:pt x="613" y="14772"/>
                    <a:pt x="873" y="15160"/>
                    <a:pt x="1225" y="15359"/>
                  </a:cubicBezTo>
                  <a:cubicBezTo>
                    <a:pt x="4115" y="17012"/>
                    <a:pt x="7771" y="17852"/>
                    <a:pt x="11012" y="17852"/>
                  </a:cubicBezTo>
                  <a:cubicBezTo>
                    <a:pt x="12957" y="17852"/>
                    <a:pt x="15111" y="17734"/>
                    <a:pt x="17672" y="16881"/>
                  </a:cubicBezTo>
                  <a:cubicBezTo>
                    <a:pt x="20457" y="15948"/>
                    <a:pt x="20066" y="13142"/>
                    <a:pt x="20066" y="10870"/>
                  </a:cubicBezTo>
                  <a:cubicBezTo>
                    <a:pt x="20066" y="9351"/>
                    <a:pt x="19204" y="8231"/>
                    <a:pt x="17759" y="7876"/>
                  </a:cubicBezTo>
                  <a:cubicBezTo>
                    <a:pt x="17440" y="7798"/>
                    <a:pt x="17106" y="7759"/>
                    <a:pt x="16765" y="7759"/>
                  </a:cubicBezTo>
                  <a:cubicBezTo>
                    <a:pt x="15086" y="7759"/>
                    <a:pt x="13245" y="8692"/>
                    <a:pt x="12217" y="10376"/>
                  </a:cubicBezTo>
                  <a:cubicBezTo>
                    <a:pt x="11710" y="10187"/>
                    <a:pt x="11174" y="10091"/>
                    <a:pt x="10635" y="10090"/>
                  </a:cubicBezTo>
                  <a:cubicBezTo>
                    <a:pt x="9834" y="10090"/>
                    <a:pt x="8726" y="10306"/>
                    <a:pt x="7857" y="10775"/>
                  </a:cubicBezTo>
                  <a:cubicBezTo>
                    <a:pt x="7815" y="10257"/>
                    <a:pt x="7752" y="9841"/>
                    <a:pt x="7703" y="9478"/>
                  </a:cubicBezTo>
                  <a:cubicBezTo>
                    <a:pt x="7510" y="8137"/>
                    <a:pt x="8084" y="7192"/>
                    <a:pt x="8106" y="7125"/>
                  </a:cubicBezTo>
                  <a:cubicBezTo>
                    <a:pt x="8738" y="7540"/>
                    <a:pt x="9478" y="7762"/>
                    <a:pt x="10234" y="7762"/>
                  </a:cubicBezTo>
                  <a:cubicBezTo>
                    <a:pt x="12374" y="7762"/>
                    <a:pt x="14115" y="6021"/>
                    <a:pt x="14115" y="3881"/>
                  </a:cubicBezTo>
                  <a:cubicBezTo>
                    <a:pt x="14115" y="1741"/>
                    <a:pt x="12374" y="0"/>
                    <a:pt x="102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8"/>
            <p:cNvSpPr/>
            <p:nvPr/>
          </p:nvSpPr>
          <p:spPr>
            <a:xfrm>
              <a:off x="3487680" y="2757600"/>
              <a:ext cx="174960" cy="29880"/>
            </a:xfrm>
            <a:custGeom>
              <a:rect b="b" l="l" r="r" t="t"/>
              <a:pathLst>
                <a:path extrusionOk="0" h="1313" w="7400">
                  <a:moveTo>
                    <a:pt x="6969" y="1"/>
                  </a:moveTo>
                  <a:cubicBezTo>
                    <a:pt x="6937" y="1"/>
                    <a:pt x="6904" y="5"/>
                    <a:pt x="6871" y="14"/>
                  </a:cubicBezTo>
                  <a:cubicBezTo>
                    <a:pt x="5116" y="473"/>
                    <a:pt x="3517" y="536"/>
                    <a:pt x="2050" y="536"/>
                  </a:cubicBezTo>
                  <a:cubicBezTo>
                    <a:pt x="1520" y="536"/>
                    <a:pt x="920" y="511"/>
                    <a:pt x="448" y="467"/>
                  </a:cubicBezTo>
                  <a:cubicBezTo>
                    <a:pt x="434" y="466"/>
                    <a:pt x="421" y="465"/>
                    <a:pt x="407" y="465"/>
                  </a:cubicBezTo>
                  <a:cubicBezTo>
                    <a:pt x="209" y="465"/>
                    <a:pt x="39" y="616"/>
                    <a:pt x="21" y="819"/>
                  </a:cubicBezTo>
                  <a:cubicBezTo>
                    <a:pt x="1" y="1034"/>
                    <a:pt x="162" y="1225"/>
                    <a:pt x="379" y="1241"/>
                  </a:cubicBezTo>
                  <a:cubicBezTo>
                    <a:pt x="872" y="1286"/>
                    <a:pt x="1497" y="1312"/>
                    <a:pt x="2050" y="1312"/>
                  </a:cubicBezTo>
                  <a:cubicBezTo>
                    <a:pt x="3496" y="1312"/>
                    <a:pt x="5222" y="1247"/>
                    <a:pt x="7067" y="765"/>
                  </a:cubicBezTo>
                  <a:cubicBezTo>
                    <a:pt x="7276" y="711"/>
                    <a:pt x="7400" y="499"/>
                    <a:pt x="7345" y="292"/>
                  </a:cubicBezTo>
                  <a:cubicBezTo>
                    <a:pt x="7300" y="117"/>
                    <a:pt x="7142" y="1"/>
                    <a:pt x="6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8"/>
            <p:cNvSpPr/>
            <p:nvPr/>
          </p:nvSpPr>
          <p:spPr>
            <a:xfrm>
              <a:off x="3462480" y="2437560"/>
              <a:ext cx="109440" cy="109440"/>
            </a:xfrm>
            <a:custGeom>
              <a:rect b="b" l="l" r="r" t="t"/>
              <a:pathLst>
                <a:path extrusionOk="0" h="4658" w="4660">
                  <a:moveTo>
                    <a:pt x="2330" y="776"/>
                  </a:moveTo>
                  <a:cubicBezTo>
                    <a:pt x="2530" y="776"/>
                    <a:pt x="2732" y="815"/>
                    <a:pt x="2924" y="894"/>
                  </a:cubicBezTo>
                  <a:cubicBezTo>
                    <a:pt x="3504" y="1135"/>
                    <a:pt x="3883" y="1701"/>
                    <a:pt x="3883" y="2329"/>
                  </a:cubicBezTo>
                  <a:cubicBezTo>
                    <a:pt x="3882" y="3186"/>
                    <a:pt x="3187" y="3879"/>
                    <a:pt x="2330" y="3881"/>
                  </a:cubicBezTo>
                  <a:cubicBezTo>
                    <a:pt x="1702" y="3881"/>
                    <a:pt x="1136" y="3503"/>
                    <a:pt x="895" y="2923"/>
                  </a:cubicBezTo>
                  <a:cubicBezTo>
                    <a:pt x="656" y="2342"/>
                    <a:pt x="788" y="1676"/>
                    <a:pt x="1232" y="1231"/>
                  </a:cubicBezTo>
                  <a:cubicBezTo>
                    <a:pt x="1530" y="934"/>
                    <a:pt x="1926" y="776"/>
                    <a:pt x="2330" y="776"/>
                  </a:cubicBezTo>
                  <a:close/>
                  <a:moveTo>
                    <a:pt x="2330" y="0"/>
                  </a:moveTo>
                  <a:cubicBezTo>
                    <a:pt x="1046" y="0"/>
                    <a:pt x="1" y="1045"/>
                    <a:pt x="1" y="2329"/>
                  </a:cubicBezTo>
                  <a:cubicBezTo>
                    <a:pt x="1" y="3612"/>
                    <a:pt x="1046" y="4657"/>
                    <a:pt x="2330" y="4657"/>
                  </a:cubicBezTo>
                  <a:cubicBezTo>
                    <a:pt x="3614" y="4657"/>
                    <a:pt x="4659" y="3613"/>
                    <a:pt x="4659" y="2329"/>
                  </a:cubicBezTo>
                  <a:cubicBezTo>
                    <a:pt x="4659" y="1045"/>
                    <a:pt x="3614" y="0"/>
                    <a:pt x="23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6" name="Google Shape;1036;p28"/>
          <p:cNvSpPr/>
          <p:nvPr/>
        </p:nvSpPr>
        <p:spPr>
          <a:xfrm>
            <a:off x="2558815" y="2809125"/>
            <a:ext cx="15444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Ajustes dos casos de teste do sprint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28"/>
          <p:cNvSpPr/>
          <p:nvPr/>
        </p:nvSpPr>
        <p:spPr>
          <a:xfrm>
            <a:off x="4322700" y="2848375"/>
            <a:ext cx="17421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Elaboração do projeto de testes (sprint 2)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28"/>
          <p:cNvSpPr txBox="1"/>
          <p:nvPr>
            <p:ph idx="4294967295" type="title"/>
          </p:nvPr>
        </p:nvSpPr>
        <p:spPr>
          <a:xfrm>
            <a:off x="6577300" y="2965675"/>
            <a:ext cx="16944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DIFICULDADES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28"/>
          <p:cNvSpPr txBox="1"/>
          <p:nvPr>
            <p:ph idx="4294967295" type="subTitle"/>
          </p:nvPr>
        </p:nvSpPr>
        <p:spPr>
          <a:xfrm>
            <a:off x="6372523" y="3297760"/>
            <a:ext cx="2104800" cy="10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Integração do framework com a biblioteca TCPDF</a:t>
            </a:r>
            <a:b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28"/>
          <p:cNvSpPr/>
          <p:nvPr/>
        </p:nvSpPr>
        <p:spPr>
          <a:xfrm>
            <a:off x="7110460" y="2179075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28"/>
          <p:cNvSpPr/>
          <p:nvPr/>
        </p:nvSpPr>
        <p:spPr>
          <a:xfrm>
            <a:off x="7206220" y="2250715"/>
            <a:ext cx="437392" cy="399242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29"/>
          <p:cNvSpPr txBox="1"/>
          <p:nvPr>
            <p:ph idx="4294967295"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Filipe Codogno – Desenvolvedor / DBA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29"/>
          <p:cNvSpPr txBox="1"/>
          <p:nvPr>
            <p:ph idx="4294967295" type="title"/>
          </p:nvPr>
        </p:nvSpPr>
        <p:spPr>
          <a:xfrm>
            <a:off x="790560" y="2463120"/>
            <a:ext cx="181008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ETAPAS 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INICIAIS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29"/>
          <p:cNvSpPr txBox="1"/>
          <p:nvPr>
            <p:ph idx="4294967295" type="subTitle"/>
          </p:nvPr>
        </p:nvSpPr>
        <p:spPr>
          <a:xfrm>
            <a:off x="848520" y="319284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Integração das rotas de navegação.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29"/>
          <p:cNvSpPr txBox="1"/>
          <p:nvPr>
            <p:ph idx="4294967295" type="title"/>
          </p:nvPr>
        </p:nvSpPr>
        <p:spPr>
          <a:xfrm>
            <a:off x="2712600" y="2463120"/>
            <a:ext cx="191556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ETAPAS INTERMEDIÁRIAS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29"/>
          <p:cNvSpPr txBox="1"/>
          <p:nvPr>
            <p:ph idx="4294967295" type="subTitle"/>
          </p:nvPr>
        </p:nvSpPr>
        <p:spPr>
          <a:xfrm>
            <a:off x="2765520" y="319284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Adaptação dos casos de uso do Sprint #01 para o novo banco integrado.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29"/>
          <p:cNvSpPr txBox="1"/>
          <p:nvPr>
            <p:ph idx="4294967295" type="title"/>
          </p:nvPr>
        </p:nvSpPr>
        <p:spPr>
          <a:xfrm>
            <a:off x="4766760" y="246312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ETAPAS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FINAIS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29"/>
          <p:cNvSpPr txBox="1"/>
          <p:nvPr>
            <p:ph idx="4294967295" type="subTitle"/>
          </p:nvPr>
        </p:nvSpPr>
        <p:spPr>
          <a:xfrm>
            <a:off x="4682520" y="319284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dos casos de uso do Sprint #02.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29"/>
          <p:cNvSpPr txBox="1"/>
          <p:nvPr>
            <p:ph idx="4294967295" type="title"/>
          </p:nvPr>
        </p:nvSpPr>
        <p:spPr>
          <a:xfrm>
            <a:off x="6599880" y="252828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DIFICULDADES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29"/>
          <p:cNvSpPr txBox="1"/>
          <p:nvPr>
            <p:ph idx="4294967295" type="subTitle"/>
          </p:nvPr>
        </p:nvSpPr>
        <p:spPr>
          <a:xfrm>
            <a:off x="6599520" y="319284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Usuais.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29"/>
          <p:cNvSpPr/>
          <p:nvPr/>
        </p:nvSpPr>
        <p:spPr>
          <a:xfrm>
            <a:off x="3327480" y="16761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29"/>
          <p:cNvSpPr/>
          <p:nvPr/>
        </p:nvSpPr>
        <p:spPr>
          <a:xfrm>
            <a:off x="5284080" y="16761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29"/>
          <p:cNvSpPr/>
          <p:nvPr/>
        </p:nvSpPr>
        <p:spPr>
          <a:xfrm>
            <a:off x="7132680" y="174168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8" name="Google Shape;1058;p29"/>
          <p:cNvGrpSpPr/>
          <p:nvPr/>
        </p:nvGrpSpPr>
        <p:grpSpPr>
          <a:xfrm>
            <a:off x="5415120" y="1793520"/>
            <a:ext cx="397800" cy="353520"/>
            <a:chOff x="5415120" y="1793520"/>
            <a:chExt cx="397800" cy="353520"/>
          </a:xfrm>
        </p:grpSpPr>
        <p:sp>
          <p:nvSpPr>
            <p:cNvPr id="1059" name="Google Shape;1059;p29"/>
            <p:cNvSpPr/>
            <p:nvPr/>
          </p:nvSpPr>
          <p:spPr>
            <a:xfrm>
              <a:off x="5459760" y="1974240"/>
              <a:ext cx="48600" cy="16560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9"/>
            <p:cNvSpPr/>
            <p:nvPr/>
          </p:nvSpPr>
          <p:spPr>
            <a:xfrm>
              <a:off x="5440680" y="2092680"/>
              <a:ext cx="10800" cy="54360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9"/>
            <p:cNvSpPr/>
            <p:nvPr/>
          </p:nvSpPr>
          <p:spPr>
            <a:xfrm>
              <a:off x="5415120" y="1942920"/>
              <a:ext cx="230400" cy="203760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29"/>
            <p:cNvSpPr/>
            <p:nvPr/>
          </p:nvSpPr>
          <p:spPr>
            <a:xfrm>
              <a:off x="5577840" y="1793520"/>
              <a:ext cx="235080" cy="197640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29"/>
            <p:cNvSpPr/>
            <p:nvPr/>
          </p:nvSpPr>
          <p:spPr>
            <a:xfrm>
              <a:off x="5608800" y="1830960"/>
              <a:ext cx="173160" cy="110520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4" name="Google Shape;1064;p29"/>
          <p:cNvSpPr/>
          <p:nvPr/>
        </p:nvSpPr>
        <p:spPr>
          <a:xfrm>
            <a:off x="1381680" y="16761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29"/>
          <p:cNvSpPr/>
          <p:nvPr/>
        </p:nvSpPr>
        <p:spPr>
          <a:xfrm>
            <a:off x="916560" y="961920"/>
            <a:ext cx="546048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6" name="Google Shape;1066;p29"/>
          <p:cNvSpPr/>
          <p:nvPr/>
        </p:nvSpPr>
        <p:spPr>
          <a:xfrm>
            <a:off x="1654560" y="1801440"/>
            <a:ext cx="81720" cy="378000"/>
          </a:xfrm>
          <a:custGeom>
            <a:rect b="b" l="l" r="r" t="t"/>
            <a:pathLst>
              <a:path extrusionOk="0" h="11952" w="2621">
                <a:moveTo>
                  <a:pt x="1310" y="572"/>
                </a:moveTo>
                <a:cubicBezTo>
                  <a:pt x="1537" y="976"/>
                  <a:pt x="1560" y="1060"/>
                  <a:pt x="1560" y="1060"/>
                </a:cubicBezTo>
                <a:lnTo>
                  <a:pt x="1560" y="1072"/>
                </a:lnTo>
                <a:cubicBezTo>
                  <a:pt x="1489" y="1119"/>
                  <a:pt x="1382" y="1131"/>
                  <a:pt x="1298" y="1131"/>
                </a:cubicBezTo>
                <a:cubicBezTo>
                  <a:pt x="1203" y="1131"/>
                  <a:pt x="1120" y="1095"/>
                  <a:pt x="1025" y="1072"/>
                </a:cubicBezTo>
                <a:lnTo>
                  <a:pt x="1310" y="572"/>
                </a:lnTo>
                <a:close/>
                <a:moveTo>
                  <a:pt x="1739" y="1369"/>
                </a:moveTo>
                <a:lnTo>
                  <a:pt x="2156" y="2155"/>
                </a:lnTo>
                <a:lnTo>
                  <a:pt x="465" y="2155"/>
                </a:lnTo>
                <a:lnTo>
                  <a:pt x="882" y="1369"/>
                </a:lnTo>
                <a:cubicBezTo>
                  <a:pt x="1013" y="1441"/>
                  <a:pt x="1156" y="1476"/>
                  <a:pt x="1310" y="1476"/>
                </a:cubicBezTo>
                <a:cubicBezTo>
                  <a:pt x="1453" y="1476"/>
                  <a:pt x="1608" y="1441"/>
                  <a:pt x="1739" y="1369"/>
                </a:cubicBezTo>
                <a:close/>
                <a:moveTo>
                  <a:pt x="2263" y="9763"/>
                </a:moveTo>
                <a:lnTo>
                  <a:pt x="2263" y="10454"/>
                </a:lnTo>
                <a:lnTo>
                  <a:pt x="358" y="10454"/>
                </a:lnTo>
                <a:lnTo>
                  <a:pt x="358" y="9763"/>
                </a:lnTo>
                <a:close/>
                <a:moveTo>
                  <a:pt x="1310" y="0"/>
                </a:moveTo>
                <a:cubicBezTo>
                  <a:pt x="1251" y="0"/>
                  <a:pt x="1191" y="36"/>
                  <a:pt x="1144" y="95"/>
                </a:cubicBezTo>
                <a:lnTo>
                  <a:pt x="656" y="1024"/>
                </a:lnTo>
                <a:lnTo>
                  <a:pt x="132" y="2012"/>
                </a:lnTo>
                <a:cubicBezTo>
                  <a:pt x="48" y="2179"/>
                  <a:pt x="1" y="2357"/>
                  <a:pt x="1" y="2548"/>
                </a:cubicBezTo>
                <a:lnTo>
                  <a:pt x="1" y="5727"/>
                </a:lnTo>
                <a:cubicBezTo>
                  <a:pt x="1" y="5834"/>
                  <a:pt x="72" y="5906"/>
                  <a:pt x="179" y="5906"/>
                </a:cubicBezTo>
                <a:cubicBezTo>
                  <a:pt x="286" y="5906"/>
                  <a:pt x="358" y="5834"/>
                  <a:pt x="358" y="5727"/>
                </a:cubicBezTo>
                <a:lnTo>
                  <a:pt x="358" y="2512"/>
                </a:lnTo>
                <a:lnTo>
                  <a:pt x="1132" y="2512"/>
                </a:lnTo>
                <a:lnTo>
                  <a:pt x="1132" y="9406"/>
                </a:lnTo>
                <a:lnTo>
                  <a:pt x="1132" y="9418"/>
                </a:lnTo>
                <a:lnTo>
                  <a:pt x="358" y="9418"/>
                </a:lnTo>
                <a:lnTo>
                  <a:pt x="358" y="6465"/>
                </a:lnTo>
                <a:cubicBezTo>
                  <a:pt x="358" y="6358"/>
                  <a:pt x="286" y="6287"/>
                  <a:pt x="179" y="6287"/>
                </a:cubicBezTo>
                <a:cubicBezTo>
                  <a:pt x="72" y="6287"/>
                  <a:pt x="1" y="6358"/>
                  <a:pt x="1" y="6465"/>
                </a:cubicBezTo>
                <a:lnTo>
                  <a:pt x="1" y="10644"/>
                </a:lnTo>
                <a:cubicBezTo>
                  <a:pt x="1" y="10882"/>
                  <a:pt x="60" y="11120"/>
                  <a:pt x="191" y="11311"/>
                </a:cubicBezTo>
                <a:cubicBezTo>
                  <a:pt x="227" y="11370"/>
                  <a:pt x="286" y="11406"/>
                  <a:pt x="346" y="11406"/>
                </a:cubicBezTo>
                <a:cubicBezTo>
                  <a:pt x="477" y="11406"/>
                  <a:pt x="560" y="11251"/>
                  <a:pt x="489" y="11132"/>
                </a:cubicBezTo>
                <a:cubicBezTo>
                  <a:pt x="429" y="11025"/>
                  <a:pt x="382" y="10930"/>
                  <a:pt x="370" y="10823"/>
                </a:cubicBezTo>
                <a:lnTo>
                  <a:pt x="2227" y="10823"/>
                </a:lnTo>
                <a:cubicBezTo>
                  <a:pt x="2144" y="11251"/>
                  <a:pt x="1775" y="11597"/>
                  <a:pt x="1310" y="11597"/>
                </a:cubicBezTo>
                <a:cubicBezTo>
                  <a:pt x="1179" y="11597"/>
                  <a:pt x="1037" y="11561"/>
                  <a:pt x="917" y="11525"/>
                </a:cubicBezTo>
                <a:cubicBezTo>
                  <a:pt x="895" y="11512"/>
                  <a:pt x="870" y="11506"/>
                  <a:pt x="845" y="11506"/>
                </a:cubicBezTo>
                <a:cubicBezTo>
                  <a:pt x="780" y="11506"/>
                  <a:pt x="714" y="11548"/>
                  <a:pt x="679" y="11609"/>
                </a:cubicBezTo>
                <a:cubicBezTo>
                  <a:pt x="644" y="11704"/>
                  <a:pt x="679" y="11799"/>
                  <a:pt x="775" y="11847"/>
                </a:cubicBezTo>
                <a:cubicBezTo>
                  <a:pt x="941" y="11918"/>
                  <a:pt x="1111" y="11951"/>
                  <a:pt x="1277" y="11951"/>
                </a:cubicBezTo>
                <a:cubicBezTo>
                  <a:pt x="1966" y="11951"/>
                  <a:pt x="2584" y="11383"/>
                  <a:pt x="2584" y="10644"/>
                </a:cubicBezTo>
                <a:cubicBezTo>
                  <a:pt x="2620" y="10608"/>
                  <a:pt x="2620" y="9596"/>
                  <a:pt x="2620" y="9585"/>
                </a:cubicBezTo>
                <a:lnTo>
                  <a:pt x="2620" y="8049"/>
                </a:lnTo>
                <a:cubicBezTo>
                  <a:pt x="2620" y="7953"/>
                  <a:pt x="2549" y="7870"/>
                  <a:pt x="2441" y="7870"/>
                </a:cubicBezTo>
                <a:cubicBezTo>
                  <a:pt x="2334" y="7870"/>
                  <a:pt x="2263" y="7953"/>
                  <a:pt x="2263" y="8049"/>
                </a:cubicBezTo>
                <a:lnTo>
                  <a:pt x="2263" y="9406"/>
                </a:lnTo>
                <a:lnTo>
                  <a:pt x="1489" y="9406"/>
                </a:lnTo>
                <a:lnTo>
                  <a:pt x="1489" y="9394"/>
                </a:lnTo>
                <a:lnTo>
                  <a:pt x="1489" y="2500"/>
                </a:lnTo>
                <a:lnTo>
                  <a:pt x="2263" y="2500"/>
                </a:lnTo>
                <a:lnTo>
                  <a:pt x="2263" y="2548"/>
                </a:lnTo>
                <a:lnTo>
                  <a:pt x="2263" y="7334"/>
                </a:lnTo>
                <a:cubicBezTo>
                  <a:pt x="2263" y="7441"/>
                  <a:pt x="2334" y="7513"/>
                  <a:pt x="2441" y="7513"/>
                </a:cubicBezTo>
                <a:cubicBezTo>
                  <a:pt x="2549" y="7513"/>
                  <a:pt x="2620" y="7441"/>
                  <a:pt x="2620" y="7334"/>
                </a:cubicBezTo>
                <a:lnTo>
                  <a:pt x="2620" y="2548"/>
                </a:lnTo>
                <a:cubicBezTo>
                  <a:pt x="2620" y="2369"/>
                  <a:pt x="2572" y="2191"/>
                  <a:pt x="2489" y="2012"/>
                </a:cubicBezTo>
                <a:lnTo>
                  <a:pt x="1477" y="95"/>
                </a:lnTo>
                <a:cubicBezTo>
                  <a:pt x="1441" y="36"/>
                  <a:pt x="1382" y="0"/>
                  <a:pt x="13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7" name="Google Shape;1067;p29"/>
          <p:cNvGrpSpPr/>
          <p:nvPr/>
        </p:nvGrpSpPr>
        <p:grpSpPr>
          <a:xfrm>
            <a:off x="7260120" y="1878840"/>
            <a:ext cx="374040" cy="353520"/>
            <a:chOff x="7260120" y="1878840"/>
            <a:chExt cx="374040" cy="353520"/>
          </a:xfrm>
        </p:grpSpPr>
        <p:sp>
          <p:nvSpPr>
            <p:cNvPr id="1068" name="Google Shape;1068;p29"/>
            <p:cNvSpPr/>
            <p:nvPr/>
          </p:nvSpPr>
          <p:spPr>
            <a:xfrm>
              <a:off x="7568640" y="2164320"/>
              <a:ext cx="15120" cy="14040"/>
            </a:xfrm>
            <a:custGeom>
              <a:rect b="b" l="l" r="r" t="t"/>
              <a:pathLst>
                <a:path extrusionOk="0" h="778" w="909">
                  <a:moveTo>
                    <a:pt x="521" y="0"/>
                  </a:moveTo>
                  <a:cubicBezTo>
                    <a:pt x="174" y="0"/>
                    <a:pt x="1" y="419"/>
                    <a:pt x="245" y="663"/>
                  </a:cubicBezTo>
                  <a:cubicBezTo>
                    <a:pt x="325" y="742"/>
                    <a:pt x="422" y="778"/>
                    <a:pt x="517" y="778"/>
                  </a:cubicBezTo>
                  <a:cubicBezTo>
                    <a:pt x="717" y="778"/>
                    <a:pt x="909" y="623"/>
                    <a:pt x="909" y="389"/>
                  </a:cubicBezTo>
                  <a:cubicBezTo>
                    <a:pt x="909" y="175"/>
                    <a:pt x="735" y="0"/>
                    <a:pt x="5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29"/>
            <p:cNvSpPr/>
            <p:nvPr/>
          </p:nvSpPr>
          <p:spPr>
            <a:xfrm>
              <a:off x="7260120" y="1878840"/>
              <a:ext cx="374040" cy="353520"/>
            </a:xfrm>
            <a:custGeom>
              <a:rect b="b" l="l" r="r" t="t"/>
              <a:pathLst>
                <a:path extrusionOk="0" h="17853" w="20457">
                  <a:moveTo>
                    <a:pt x="10230" y="777"/>
                  </a:moveTo>
                  <a:cubicBezTo>
                    <a:pt x="10231" y="777"/>
                    <a:pt x="10233" y="777"/>
                    <a:pt x="10234" y="777"/>
                  </a:cubicBezTo>
                  <a:cubicBezTo>
                    <a:pt x="11946" y="777"/>
                    <a:pt x="13338" y="2169"/>
                    <a:pt x="13338" y="3881"/>
                  </a:cubicBezTo>
                  <a:cubicBezTo>
                    <a:pt x="13338" y="5593"/>
                    <a:pt x="11946" y="6985"/>
                    <a:pt x="10234" y="6985"/>
                  </a:cubicBezTo>
                  <a:cubicBezTo>
                    <a:pt x="8519" y="6985"/>
                    <a:pt x="7130" y="5595"/>
                    <a:pt x="7130" y="3881"/>
                  </a:cubicBezTo>
                  <a:cubicBezTo>
                    <a:pt x="7127" y="2167"/>
                    <a:pt x="8516" y="777"/>
                    <a:pt x="10230" y="777"/>
                  </a:cubicBezTo>
                  <a:close/>
                  <a:moveTo>
                    <a:pt x="6396" y="4444"/>
                  </a:moveTo>
                  <a:cubicBezTo>
                    <a:pt x="6516" y="5270"/>
                    <a:pt x="6899" y="6033"/>
                    <a:pt x="7489" y="6623"/>
                  </a:cubicBezTo>
                  <a:lnTo>
                    <a:pt x="7365" y="6877"/>
                  </a:lnTo>
                  <a:cubicBezTo>
                    <a:pt x="6669" y="8301"/>
                    <a:pt x="6937" y="9543"/>
                    <a:pt x="6937" y="9606"/>
                  </a:cubicBezTo>
                  <a:cubicBezTo>
                    <a:pt x="7024" y="10206"/>
                    <a:pt x="7106" y="10849"/>
                    <a:pt x="7120" y="11480"/>
                  </a:cubicBezTo>
                  <a:cubicBezTo>
                    <a:pt x="7130" y="11954"/>
                    <a:pt x="7102" y="12366"/>
                    <a:pt x="7034" y="12739"/>
                  </a:cubicBezTo>
                  <a:cubicBezTo>
                    <a:pt x="6999" y="12948"/>
                    <a:pt x="7138" y="13146"/>
                    <a:pt x="7346" y="13184"/>
                  </a:cubicBezTo>
                  <a:cubicBezTo>
                    <a:pt x="7370" y="13188"/>
                    <a:pt x="7393" y="13191"/>
                    <a:pt x="7416" y="13191"/>
                  </a:cubicBezTo>
                  <a:cubicBezTo>
                    <a:pt x="7597" y="13191"/>
                    <a:pt x="7759" y="13064"/>
                    <a:pt x="7797" y="12880"/>
                  </a:cubicBezTo>
                  <a:cubicBezTo>
                    <a:pt x="7865" y="12508"/>
                    <a:pt x="7898" y="12107"/>
                    <a:pt x="7898" y="11660"/>
                  </a:cubicBezTo>
                  <a:cubicBezTo>
                    <a:pt x="8624" y="11144"/>
                    <a:pt x="9820" y="10867"/>
                    <a:pt x="10636" y="10867"/>
                  </a:cubicBezTo>
                  <a:cubicBezTo>
                    <a:pt x="11432" y="10867"/>
                    <a:pt x="12200" y="11127"/>
                    <a:pt x="12873" y="11577"/>
                  </a:cubicBezTo>
                  <a:cubicBezTo>
                    <a:pt x="12941" y="11626"/>
                    <a:pt x="13020" y="11650"/>
                    <a:pt x="13098" y="11650"/>
                  </a:cubicBezTo>
                  <a:cubicBezTo>
                    <a:pt x="13223" y="11650"/>
                    <a:pt x="13346" y="11589"/>
                    <a:pt x="13421" y="11478"/>
                  </a:cubicBezTo>
                  <a:cubicBezTo>
                    <a:pt x="13543" y="11296"/>
                    <a:pt x="13490" y="11048"/>
                    <a:pt x="13303" y="10932"/>
                  </a:cubicBezTo>
                  <a:cubicBezTo>
                    <a:pt x="13181" y="10850"/>
                    <a:pt x="13054" y="10773"/>
                    <a:pt x="12927" y="10702"/>
                  </a:cubicBezTo>
                  <a:cubicBezTo>
                    <a:pt x="13845" y="9256"/>
                    <a:pt x="15421" y="8536"/>
                    <a:pt x="16771" y="8536"/>
                  </a:cubicBezTo>
                  <a:cubicBezTo>
                    <a:pt x="17051" y="8536"/>
                    <a:pt x="17322" y="8567"/>
                    <a:pt x="17575" y="8630"/>
                  </a:cubicBezTo>
                  <a:cubicBezTo>
                    <a:pt x="18216" y="8787"/>
                    <a:pt x="19291" y="9288"/>
                    <a:pt x="19291" y="10870"/>
                  </a:cubicBezTo>
                  <a:cubicBezTo>
                    <a:pt x="19291" y="13206"/>
                    <a:pt x="19636" y="15405"/>
                    <a:pt x="17426" y="16145"/>
                  </a:cubicBezTo>
                  <a:cubicBezTo>
                    <a:pt x="15108" y="16918"/>
                    <a:pt x="13184" y="17077"/>
                    <a:pt x="11012" y="17077"/>
                  </a:cubicBezTo>
                  <a:cubicBezTo>
                    <a:pt x="7744" y="17077"/>
                    <a:pt x="4229" y="16183"/>
                    <a:pt x="1610" y="14686"/>
                  </a:cubicBezTo>
                  <a:cubicBezTo>
                    <a:pt x="1445" y="14593"/>
                    <a:pt x="1290" y="14330"/>
                    <a:pt x="1172" y="13947"/>
                  </a:cubicBezTo>
                  <a:cubicBezTo>
                    <a:pt x="825" y="12821"/>
                    <a:pt x="995" y="12345"/>
                    <a:pt x="1569" y="11274"/>
                  </a:cubicBezTo>
                  <a:cubicBezTo>
                    <a:pt x="2892" y="8809"/>
                    <a:pt x="4513" y="6515"/>
                    <a:pt x="6396" y="4444"/>
                  </a:cubicBezTo>
                  <a:close/>
                  <a:moveTo>
                    <a:pt x="10234" y="0"/>
                  </a:moveTo>
                  <a:cubicBezTo>
                    <a:pt x="8306" y="0"/>
                    <a:pt x="6680" y="1410"/>
                    <a:pt x="6398" y="3302"/>
                  </a:cubicBezTo>
                  <a:cubicBezTo>
                    <a:pt x="4225" y="5577"/>
                    <a:pt x="2372" y="8135"/>
                    <a:pt x="885" y="10907"/>
                  </a:cubicBezTo>
                  <a:cubicBezTo>
                    <a:pt x="239" y="12111"/>
                    <a:pt x="0" y="12785"/>
                    <a:pt x="429" y="14176"/>
                  </a:cubicBezTo>
                  <a:cubicBezTo>
                    <a:pt x="613" y="14772"/>
                    <a:pt x="873" y="15160"/>
                    <a:pt x="1225" y="15359"/>
                  </a:cubicBezTo>
                  <a:cubicBezTo>
                    <a:pt x="4115" y="17012"/>
                    <a:pt x="7771" y="17852"/>
                    <a:pt x="11012" y="17852"/>
                  </a:cubicBezTo>
                  <a:cubicBezTo>
                    <a:pt x="12957" y="17852"/>
                    <a:pt x="15111" y="17734"/>
                    <a:pt x="17672" y="16881"/>
                  </a:cubicBezTo>
                  <a:cubicBezTo>
                    <a:pt x="20457" y="15948"/>
                    <a:pt x="20066" y="13142"/>
                    <a:pt x="20066" y="10870"/>
                  </a:cubicBezTo>
                  <a:cubicBezTo>
                    <a:pt x="20066" y="9351"/>
                    <a:pt x="19204" y="8231"/>
                    <a:pt x="17759" y="7876"/>
                  </a:cubicBezTo>
                  <a:cubicBezTo>
                    <a:pt x="17440" y="7798"/>
                    <a:pt x="17106" y="7759"/>
                    <a:pt x="16765" y="7759"/>
                  </a:cubicBezTo>
                  <a:cubicBezTo>
                    <a:pt x="15086" y="7759"/>
                    <a:pt x="13245" y="8692"/>
                    <a:pt x="12217" y="10376"/>
                  </a:cubicBezTo>
                  <a:cubicBezTo>
                    <a:pt x="11710" y="10187"/>
                    <a:pt x="11174" y="10091"/>
                    <a:pt x="10635" y="10090"/>
                  </a:cubicBezTo>
                  <a:cubicBezTo>
                    <a:pt x="9834" y="10090"/>
                    <a:pt x="8726" y="10306"/>
                    <a:pt x="7857" y="10775"/>
                  </a:cubicBezTo>
                  <a:cubicBezTo>
                    <a:pt x="7815" y="10257"/>
                    <a:pt x="7752" y="9841"/>
                    <a:pt x="7703" y="9478"/>
                  </a:cubicBezTo>
                  <a:cubicBezTo>
                    <a:pt x="7510" y="8137"/>
                    <a:pt x="8084" y="7192"/>
                    <a:pt x="8106" y="7125"/>
                  </a:cubicBezTo>
                  <a:cubicBezTo>
                    <a:pt x="8738" y="7540"/>
                    <a:pt x="9478" y="7762"/>
                    <a:pt x="10234" y="7762"/>
                  </a:cubicBezTo>
                  <a:cubicBezTo>
                    <a:pt x="12374" y="7762"/>
                    <a:pt x="14115" y="6021"/>
                    <a:pt x="14115" y="3881"/>
                  </a:cubicBezTo>
                  <a:cubicBezTo>
                    <a:pt x="14115" y="1741"/>
                    <a:pt x="12374" y="0"/>
                    <a:pt x="102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29"/>
            <p:cNvSpPr/>
            <p:nvPr/>
          </p:nvSpPr>
          <p:spPr>
            <a:xfrm>
              <a:off x="7424280" y="2176920"/>
              <a:ext cx="134280" cy="24840"/>
            </a:xfrm>
            <a:custGeom>
              <a:rect b="b" l="l" r="r" t="t"/>
              <a:pathLst>
                <a:path extrusionOk="0" h="1313" w="7400">
                  <a:moveTo>
                    <a:pt x="6969" y="1"/>
                  </a:moveTo>
                  <a:cubicBezTo>
                    <a:pt x="6937" y="1"/>
                    <a:pt x="6904" y="5"/>
                    <a:pt x="6871" y="14"/>
                  </a:cubicBezTo>
                  <a:cubicBezTo>
                    <a:pt x="5116" y="473"/>
                    <a:pt x="3517" y="536"/>
                    <a:pt x="2050" y="536"/>
                  </a:cubicBezTo>
                  <a:cubicBezTo>
                    <a:pt x="1520" y="536"/>
                    <a:pt x="920" y="511"/>
                    <a:pt x="448" y="467"/>
                  </a:cubicBezTo>
                  <a:cubicBezTo>
                    <a:pt x="434" y="466"/>
                    <a:pt x="421" y="465"/>
                    <a:pt x="407" y="465"/>
                  </a:cubicBezTo>
                  <a:cubicBezTo>
                    <a:pt x="209" y="465"/>
                    <a:pt x="39" y="616"/>
                    <a:pt x="21" y="819"/>
                  </a:cubicBezTo>
                  <a:cubicBezTo>
                    <a:pt x="1" y="1034"/>
                    <a:pt x="162" y="1225"/>
                    <a:pt x="379" y="1241"/>
                  </a:cubicBezTo>
                  <a:cubicBezTo>
                    <a:pt x="872" y="1286"/>
                    <a:pt x="1497" y="1312"/>
                    <a:pt x="2050" y="1312"/>
                  </a:cubicBezTo>
                  <a:cubicBezTo>
                    <a:pt x="3496" y="1312"/>
                    <a:pt x="5222" y="1247"/>
                    <a:pt x="7067" y="765"/>
                  </a:cubicBezTo>
                  <a:cubicBezTo>
                    <a:pt x="7276" y="711"/>
                    <a:pt x="7400" y="499"/>
                    <a:pt x="7345" y="292"/>
                  </a:cubicBezTo>
                  <a:cubicBezTo>
                    <a:pt x="7300" y="117"/>
                    <a:pt x="7142" y="1"/>
                    <a:pt x="6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29"/>
            <p:cNvSpPr/>
            <p:nvPr/>
          </p:nvSpPr>
          <p:spPr>
            <a:xfrm>
              <a:off x="7404840" y="1909800"/>
              <a:ext cx="84240" cy="91080"/>
            </a:xfrm>
            <a:custGeom>
              <a:rect b="b" l="l" r="r" t="t"/>
              <a:pathLst>
                <a:path extrusionOk="0" h="4658" w="4660">
                  <a:moveTo>
                    <a:pt x="2330" y="776"/>
                  </a:moveTo>
                  <a:cubicBezTo>
                    <a:pt x="2530" y="776"/>
                    <a:pt x="2732" y="815"/>
                    <a:pt x="2924" y="894"/>
                  </a:cubicBezTo>
                  <a:cubicBezTo>
                    <a:pt x="3504" y="1135"/>
                    <a:pt x="3883" y="1701"/>
                    <a:pt x="3883" y="2329"/>
                  </a:cubicBezTo>
                  <a:cubicBezTo>
                    <a:pt x="3882" y="3186"/>
                    <a:pt x="3187" y="3879"/>
                    <a:pt x="2330" y="3881"/>
                  </a:cubicBezTo>
                  <a:cubicBezTo>
                    <a:pt x="1702" y="3881"/>
                    <a:pt x="1136" y="3503"/>
                    <a:pt x="895" y="2923"/>
                  </a:cubicBezTo>
                  <a:cubicBezTo>
                    <a:pt x="656" y="2342"/>
                    <a:pt x="788" y="1676"/>
                    <a:pt x="1232" y="1231"/>
                  </a:cubicBezTo>
                  <a:cubicBezTo>
                    <a:pt x="1530" y="934"/>
                    <a:pt x="1926" y="776"/>
                    <a:pt x="2330" y="776"/>
                  </a:cubicBezTo>
                  <a:close/>
                  <a:moveTo>
                    <a:pt x="2330" y="0"/>
                  </a:moveTo>
                  <a:cubicBezTo>
                    <a:pt x="1046" y="0"/>
                    <a:pt x="1" y="1045"/>
                    <a:pt x="1" y="2329"/>
                  </a:cubicBezTo>
                  <a:cubicBezTo>
                    <a:pt x="1" y="3612"/>
                    <a:pt x="1046" y="4657"/>
                    <a:pt x="2330" y="4657"/>
                  </a:cubicBezTo>
                  <a:cubicBezTo>
                    <a:pt x="3614" y="4657"/>
                    <a:pt x="4659" y="3613"/>
                    <a:pt x="4659" y="2329"/>
                  </a:cubicBezTo>
                  <a:cubicBezTo>
                    <a:pt x="4659" y="1045"/>
                    <a:pt x="3614" y="0"/>
                    <a:pt x="23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2" name="Google Shape;1072;p29"/>
          <p:cNvGrpSpPr/>
          <p:nvPr/>
        </p:nvGrpSpPr>
        <p:grpSpPr>
          <a:xfrm>
            <a:off x="3459600" y="1864440"/>
            <a:ext cx="374040" cy="278280"/>
            <a:chOff x="3459600" y="1864440"/>
            <a:chExt cx="374040" cy="278280"/>
          </a:xfrm>
        </p:grpSpPr>
        <p:sp>
          <p:nvSpPr>
            <p:cNvPr id="1073" name="Google Shape;1073;p29"/>
            <p:cNvSpPr/>
            <p:nvPr/>
          </p:nvSpPr>
          <p:spPr>
            <a:xfrm>
              <a:off x="3459600" y="1864440"/>
              <a:ext cx="374040" cy="278280"/>
            </a:xfrm>
            <a:custGeom>
              <a:rect b="b" l="l" r="r" t="t"/>
              <a:pathLst>
                <a:path extrusionOk="0" h="10074" w="16492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29"/>
            <p:cNvSpPr/>
            <p:nvPr/>
          </p:nvSpPr>
          <p:spPr>
            <a:xfrm>
              <a:off x="3531600" y="1919160"/>
              <a:ext cx="42840" cy="34920"/>
            </a:xfrm>
            <a:custGeom>
              <a:rect b="b" l="l" r="r" t="t"/>
              <a:pathLst>
                <a:path extrusionOk="0" h="1310" w="1941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29"/>
            <p:cNvSpPr/>
            <p:nvPr/>
          </p:nvSpPr>
          <p:spPr>
            <a:xfrm>
              <a:off x="3531960" y="1963080"/>
              <a:ext cx="67680" cy="11880"/>
            </a:xfrm>
            <a:custGeom>
              <a:rect b="b" l="l" r="r" t="t"/>
              <a:pathLst>
                <a:path extrusionOk="0" h="477" w="3038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29"/>
            <p:cNvSpPr/>
            <p:nvPr/>
          </p:nvSpPr>
          <p:spPr>
            <a:xfrm>
              <a:off x="3557160" y="1982160"/>
              <a:ext cx="42120" cy="34920"/>
            </a:xfrm>
            <a:custGeom>
              <a:rect b="b" l="l" r="r" t="t"/>
              <a:pathLst>
                <a:path extrusionOk="0" h="1311" w="1918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29"/>
            <p:cNvSpPr/>
            <p:nvPr/>
          </p:nvSpPr>
          <p:spPr>
            <a:xfrm>
              <a:off x="3531960" y="2025360"/>
              <a:ext cx="67680" cy="11880"/>
            </a:xfrm>
            <a:custGeom>
              <a:rect b="b" l="l" r="r" t="t"/>
              <a:pathLst>
                <a:path extrusionOk="0" h="477" w="3038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29"/>
            <p:cNvSpPr/>
            <p:nvPr/>
          </p:nvSpPr>
          <p:spPr>
            <a:xfrm>
              <a:off x="3640680" y="1946880"/>
              <a:ext cx="33120" cy="68760"/>
            </a:xfrm>
            <a:custGeom>
              <a:rect b="b" l="l" r="r" t="t"/>
              <a:pathLst>
                <a:path extrusionOk="0" h="2525" w="1525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29"/>
            <p:cNvSpPr/>
            <p:nvPr/>
          </p:nvSpPr>
          <p:spPr>
            <a:xfrm>
              <a:off x="3724920" y="1946520"/>
              <a:ext cx="33480" cy="68760"/>
            </a:xfrm>
            <a:custGeom>
              <a:rect b="b" l="l" r="r" t="t"/>
              <a:pathLst>
                <a:path extrusionOk="0" h="2525" w="1536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29"/>
            <p:cNvSpPr/>
            <p:nvPr/>
          </p:nvSpPr>
          <p:spPr>
            <a:xfrm>
              <a:off x="3683160" y="1938240"/>
              <a:ext cx="33480" cy="85680"/>
            </a:xfrm>
            <a:custGeom>
              <a:rect b="b" l="l" r="r" t="t"/>
              <a:pathLst>
                <a:path extrusionOk="0" h="3137" w="1537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30"/>
          <p:cNvSpPr txBox="1"/>
          <p:nvPr>
            <p:ph idx="4294967295"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Luis Felipe – Scrum Master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30"/>
          <p:cNvSpPr txBox="1"/>
          <p:nvPr>
            <p:ph idx="4294967295" type="title"/>
          </p:nvPr>
        </p:nvSpPr>
        <p:spPr>
          <a:xfrm>
            <a:off x="790560" y="2463120"/>
            <a:ext cx="181008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30"/>
          <p:cNvSpPr txBox="1"/>
          <p:nvPr>
            <p:ph idx="4294967295" type="subTitle"/>
          </p:nvPr>
        </p:nvSpPr>
        <p:spPr>
          <a:xfrm>
            <a:off x="848520" y="319284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Ajuda no desenvolvimento dos </a:t>
            </a:r>
            <a:r>
              <a:rPr b="0" i="1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inserts do banco.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30"/>
          <p:cNvSpPr txBox="1"/>
          <p:nvPr>
            <p:ph idx="4294967295" type="title"/>
          </p:nvPr>
        </p:nvSpPr>
        <p:spPr>
          <a:xfrm>
            <a:off x="2712600" y="2463120"/>
            <a:ext cx="191556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30"/>
          <p:cNvSpPr txBox="1"/>
          <p:nvPr>
            <p:ph idx="4294967295" type="subTitle"/>
          </p:nvPr>
        </p:nvSpPr>
        <p:spPr>
          <a:xfrm>
            <a:off x="2765520" y="319284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dos casos de uso do Sprint de Desenvolvimento #02.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30"/>
          <p:cNvSpPr txBox="1"/>
          <p:nvPr>
            <p:ph idx="4294967295" type="title"/>
          </p:nvPr>
        </p:nvSpPr>
        <p:spPr>
          <a:xfrm>
            <a:off x="4766760" y="246312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3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30"/>
          <p:cNvSpPr txBox="1"/>
          <p:nvPr>
            <p:ph idx="4294967295" type="subTitle"/>
          </p:nvPr>
        </p:nvSpPr>
        <p:spPr>
          <a:xfrm>
            <a:off x="4682520" y="319284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Correções de bugs no desenvolvimento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30"/>
          <p:cNvSpPr txBox="1"/>
          <p:nvPr>
            <p:ph idx="4294967295" type="title"/>
          </p:nvPr>
        </p:nvSpPr>
        <p:spPr>
          <a:xfrm>
            <a:off x="6599880" y="252828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DIFICULDADES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0"/>
          <p:cNvSpPr txBox="1"/>
          <p:nvPr>
            <p:ph idx="4294967295" type="subTitle"/>
          </p:nvPr>
        </p:nvSpPr>
        <p:spPr>
          <a:xfrm>
            <a:off x="6599520" y="319284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Nenhuma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0"/>
          <p:cNvSpPr/>
          <p:nvPr/>
        </p:nvSpPr>
        <p:spPr>
          <a:xfrm>
            <a:off x="3327480" y="16761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30"/>
          <p:cNvSpPr/>
          <p:nvPr/>
        </p:nvSpPr>
        <p:spPr>
          <a:xfrm>
            <a:off x="5284080" y="16761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30"/>
          <p:cNvSpPr/>
          <p:nvPr/>
        </p:nvSpPr>
        <p:spPr>
          <a:xfrm>
            <a:off x="7132680" y="174168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7" name="Google Shape;1097;p30"/>
          <p:cNvGrpSpPr/>
          <p:nvPr/>
        </p:nvGrpSpPr>
        <p:grpSpPr>
          <a:xfrm>
            <a:off x="5415120" y="1793520"/>
            <a:ext cx="397800" cy="353520"/>
            <a:chOff x="5415120" y="1793520"/>
            <a:chExt cx="397800" cy="353520"/>
          </a:xfrm>
        </p:grpSpPr>
        <p:sp>
          <p:nvSpPr>
            <p:cNvPr id="1098" name="Google Shape;1098;p30"/>
            <p:cNvSpPr/>
            <p:nvPr/>
          </p:nvSpPr>
          <p:spPr>
            <a:xfrm>
              <a:off x="5459760" y="1974240"/>
              <a:ext cx="48600" cy="16560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0"/>
            <p:cNvSpPr/>
            <p:nvPr/>
          </p:nvSpPr>
          <p:spPr>
            <a:xfrm>
              <a:off x="5440680" y="2092680"/>
              <a:ext cx="10800" cy="54360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0"/>
            <p:cNvSpPr/>
            <p:nvPr/>
          </p:nvSpPr>
          <p:spPr>
            <a:xfrm>
              <a:off x="5415120" y="1942920"/>
              <a:ext cx="230400" cy="203760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>
              <a:off x="5577840" y="1793520"/>
              <a:ext cx="235080" cy="197640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>
              <a:off x="5608800" y="1830960"/>
              <a:ext cx="173160" cy="110520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3" name="Google Shape;1103;p30"/>
          <p:cNvSpPr/>
          <p:nvPr/>
        </p:nvSpPr>
        <p:spPr>
          <a:xfrm>
            <a:off x="1381680" y="16761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30"/>
          <p:cNvSpPr/>
          <p:nvPr/>
        </p:nvSpPr>
        <p:spPr>
          <a:xfrm>
            <a:off x="916560" y="961920"/>
            <a:ext cx="546048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5" name="Google Shape;1105;p30"/>
          <p:cNvSpPr/>
          <p:nvPr/>
        </p:nvSpPr>
        <p:spPr>
          <a:xfrm>
            <a:off x="1654560" y="1801440"/>
            <a:ext cx="81720" cy="378000"/>
          </a:xfrm>
          <a:custGeom>
            <a:rect b="b" l="l" r="r" t="t"/>
            <a:pathLst>
              <a:path extrusionOk="0" h="11952" w="2621">
                <a:moveTo>
                  <a:pt x="1310" y="572"/>
                </a:moveTo>
                <a:cubicBezTo>
                  <a:pt x="1537" y="976"/>
                  <a:pt x="1560" y="1060"/>
                  <a:pt x="1560" y="1060"/>
                </a:cubicBezTo>
                <a:lnTo>
                  <a:pt x="1560" y="1072"/>
                </a:lnTo>
                <a:cubicBezTo>
                  <a:pt x="1489" y="1119"/>
                  <a:pt x="1382" y="1131"/>
                  <a:pt x="1298" y="1131"/>
                </a:cubicBezTo>
                <a:cubicBezTo>
                  <a:pt x="1203" y="1131"/>
                  <a:pt x="1120" y="1095"/>
                  <a:pt x="1025" y="1072"/>
                </a:cubicBezTo>
                <a:lnTo>
                  <a:pt x="1310" y="572"/>
                </a:lnTo>
                <a:close/>
                <a:moveTo>
                  <a:pt x="1739" y="1369"/>
                </a:moveTo>
                <a:lnTo>
                  <a:pt x="2156" y="2155"/>
                </a:lnTo>
                <a:lnTo>
                  <a:pt x="465" y="2155"/>
                </a:lnTo>
                <a:lnTo>
                  <a:pt x="882" y="1369"/>
                </a:lnTo>
                <a:cubicBezTo>
                  <a:pt x="1013" y="1441"/>
                  <a:pt x="1156" y="1476"/>
                  <a:pt x="1310" y="1476"/>
                </a:cubicBezTo>
                <a:cubicBezTo>
                  <a:pt x="1453" y="1476"/>
                  <a:pt x="1608" y="1441"/>
                  <a:pt x="1739" y="1369"/>
                </a:cubicBezTo>
                <a:close/>
                <a:moveTo>
                  <a:pt x="2263" y="9763"/>
                </a:moveTo>
                <a:lnTo>
                  <a:pt x="2263" y="10454"/>
                </a:lnTo>
                <a:lnTo>
                  <a:pt x="358" y="10454"/>
                </a:lnTo>
                <a:lnTo>
                  <a:pt x="358" y="9763"/>
                </a:lnTo>
                <a:close/>
                <a:moveTo>
                  <a:pt x="1310" y="0"/>
                </a:moveTo>
                <a:cubicBezTo>
                  <a:pt x="1251" y="0"/>
                  <a:pt x="1191" y="36"/>
                  <a:pt x="1144" y="95"/>
                </a:cubicBezTo>
                <a:lnTo>
                  <a:pt x="656" y="1024"/>
                </a:lnTo>
                <a:lnTo>
                  <a:pt x="132" y="2012"/>
                </a:lnTo>
                <a:cubicBezTo>
                  <a:pt x="48" y="2179"/>
                  <a:pt x="1" y="2357"/>
                  <a:pt x="1" y="2548"/>
                </a:cubicBezTo>
                <a:lnTo>
                  <a:pt x="1" y="5727"/>
                </a:lnTo>
                <a:cubicBezTo>
                  <a:pt x="1" y="5834"/>
                  <a:pt x="72" y="5906"/>
                  <a:pt x="179" y="5906"/>
                </a:cubicBezTo>
                <a:cubicBezTo>
                  <a:pt x="286" y="5906"/>
                  <a:pt x="358" y="5834"/>
                  <a:pt x="358" y="5727"/>
                </a:cubicBezTo>
                <a:lnTo>
                  <a:pt x="358" y="2512"/>
                </a:lnTo>
                <a:lnTo>
                  <a:pt x="1132" y="2512"/>
                </a:lnTo>
                <a:lnTo>
                  <a:pt x="1132" y="9406"/>
                </a:lnTo>
                <a:lnTo>
                  <a:pt x="1132" y="9418"/>
                </a:lnTo>
                <a:lnTo>
                  <a:pt x="358" y="9418"/>
                </a:lnTo>
                <a:lnTo>
                  <a:pt x="358" y="6465"/>
                </a:lnTo>
                <a:cubicBezTo>
                  <a:pt x="358" y="6358"/>
                  <a:pt x="286" y="6287"/>
                  <a:pt x="179" y="6287"/>
                </a:cubicBezTo>
                <a:cubicBezTo>
                  <a:pt x="72" y="6287"/>
                  <a:pt x="1" y="6358"/>
                  <a:pt x="1" y="6465"/>
                </a:cubicBezTo>
                <a:lnTo>
                  <a:pt x="1" y="10644"/>
                </a:lnTo>
                <a:cubicBezTo>
                  <a:pt x="1" y="10882"/>
                  <a:pt x="60" y="11120"/>
                  <a:pt x="191" y="11311"/>
                </a:cubicBezTo>
                <a:cubicBezTo>
                  <a:pt x="227" y="11370"/>
                  <a:pt x="286" y="11406"/>
                  <a:pt x="346" y="11406"/>
                </a:cubicBezTo>
                <a:cubicBezTo>
                  <a:pt x="477" y="11406"/>
                  <a:pt x="560" y="11251"/>
                  <a:pt x="489" y="11132"/>
                </a:cubicBezTo>
                <a:cubicBezTo>
                  <a:pt x="429" y="11025"/>
                  <a:pt x="382" y="10930"/>
                  <a:pt x="370" y="10823"/>
                </a:cubicBezTo>
                <a:lnTo>
                  <a:pt x="2227" y="10823"/>
                </a:lnTo>
                <a:cubicBezTo>
                  <a:pt x="2144" y="11251"/>
                  <a:pt x="1775" y="11597"/>
                  <a:pt x="1310" y="11597"/>
                </a:cubicBezTo>
                <a:cubicBezTo>
                  <a:pt x="1179" y="11597"/>
                  <a:pt x="1037" y="11561"/>
                  <a:pt x="917" y="11525"/>
                </a:cubicBezTo>
                <a:cubicBezTo>
                  <a:pt x="895" y="11512"/>
                  <a:pt x="870" y="11506"/>
                  <a:pt x="845" y="11506"/>
                </a:cubicBezTo>
                <a:cubicBezTo>
                  <a:pt x="780" y="11506"/>
                  <a:pt x="714" y="11548"/>
                  <a:pt x="679" y="11609"/>
                </a:cubicBezTo>
                <a:cubicBezTo>
                  <a:pt x="644" y="11704"/>
                  <a:pt x="679" y="11799"/>
                  <a:pt x="775" y="11847"/>
                </a:cubicBezTo>
                <a:cubicBezTo>
                  <a:pt x="941" y="11918"/>
                  <a:pt x="1111" y="11951"/>
                  <a:pt x="1277" y="11951"/>
                </a:cubicBezTo>
                <a:cubicBezTo>
                  <a:pt x="1966" y="11951"/>
                  <a:pt x="2584" y="11383"/>
                  <a:pt x="2584" y="10644"/>
                </a:cubicBezTo>
                <a:cubicBezTo>
                  <a:pt x="2620" y="10608"/>
                  <a:pt x="2620" y="9596"/>
                  <a:pt x="2620" y="9585"/>
                </a:cubicBezTo>
                <a:lnTo>
                  <a:pt x="2620" y="8049"/>
                </a:lnTo>
                <a:cubicBezTo>
                  <a:pt x="2620" y="7953"/>
                  <a:pt x="2549" y="7870"/>
                  <a:pt x="2441" y="7870"/>
                </a:cubicBezTo>
                <a:cubicBezTo>
                  <a:pt x="2334" y="7870"/>
                  <a:pt x="2263" y="7953"/>
                  <a:pt x="2263" y="8049"/>
                </a:cubicBezTo>
                <a:lnTo>
                  <a:pt x="2263" y="9406"/>
                </a:lnTo>
                <a:lnTo>
                  <a:pt x="1489" y="9406"/>
                </a:lnTo>
                <a:lnTo>
                  <a:pt x="1489" y="9394"/>
                </a:lnTo>
                <a:lnTo>
                  <a:pt x="1489" y="2500"/>
                </a:lnTo>
                <a:lnTo>
                  <a:pt x="2263" y="2500"/>
                </a:lnTo>
                <a:lnTo>
                  <a:pt x="2263" y="2548"/>
                </a:lnTo>
                <a:lnTo>
                  <a:pt x="2263" y="7334"/>
                </a:lnTo>
                <a:cubicBezTo>
                  <a:pt x="2263" y="7441"/>
                  <a:pt x="2334" y="7513"/>
                  <a:pt x="2441" y="7513"/>
                </a:cubicBezTo>
                <a:cubicBezTo>
                  <a:pt x="2549" y="7513"/>
                  <a:pt x="2620" y="7441"/>
                  <a:pt x="2620" y="7334"/>
                </a:cubicBezTo>
                <a:lnTo>
                  <a:pt x="2620" y="2548"/>
                </a:lnTo>
                <a:cubicBezTo>
                  <a:pt x="2620" y="2369"/>
                  <a:pt x="2572" y="2191"/>
                  <a:pt x="2489" y="2012"/>
                </a:cubicBezTo>
                <a:lnTo>
                  <a:pt x="1477" y="95"/>
                </a:lnTo>
                <a:cubicBezTo>
                  <a:pt x="1441" y="36"/>
                  <a:pt x="1382" y="0"/>
                  <a:pt x="13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6" name="Google Shape;1106;p30"/>
          <p:cNvGrpSpPr/>
          <p:nvPr/>
        </p:nvGrpSpPr>
        <p:grpSpPr>
          <a:xfrm>
            <a:off x="7260120" y="1878840"/>
            <a:ext cx="374040" cy="353520"/>
            <a:chOff x="7260120" y="1878840"/>
            <a:chExt cx="374040" cy="353520"/>
          </a:xfrm>
        </p:grpSpPr>
        <p:sp>
          <p:nvSpPr>
            <p:cNvPr id="1107" name="Google Shape;1107;p30"/>
            <p:cNvSpPr/>
            <p:nvPr/>
          </p:nvSpPr>
          <p:spPr>
            <a:xfrm>
              <a:off x="7568640" y="2164320"/>
              <a:ext cx="15120" cy="14040"/>
            </a:xfrm>
            <a:custGeom>
              <a:rect b="b" l="l" r="r" t="t"/>
              <a:pathLst>
                <a:path extrusionOk="0" h="778" w="909">
                  <a:moveTo>
                    <a:pt x="521" y="0"/>
                  </a:moveTo>
                  <a:cubicBezTo>
                    <a:pt x="174" y="0"/>
                    <a:pt x="1" y="419"/>
                    <a:pt x="245" y="663"/>
                  </a:cubicBezTo>
                  <a:cubicBezTo>
                    <a:pt x="325" y="742"/>
                    <a:pt x="422" y="778"/>
                    <a:pt x="517" y="778"/>
                  </a:cubicBezTo>
                  <a:cubicBezTo>
                    <a:pt x="717" y="778"/>
                    <a:pt x="909" y="623"/>
                    <a:pt x="909" y="389"/>
                  </a:cubicBezTo>
                  <a:cubicBezTo>
                    <a:pt x="909" y="175"/>
                    <a:pt x="735" y="0"/>
                    <a:pt x="5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0"/>
            <p:cNvSpPr/>
            <p:nvPr/>
          </p:nvSpPr>
          <p:spPr>
            <a:xfrm>
              <a:off x="7260120" y="1878840"/>
              <a:ext cx="374040" cy="353520"/>
            </a:xfrm>
            <a:custGeom>
              <a:rect b="b" l="l" r="r" t="t"/>
              <a:pathLst>
                <a:path extrusionOk="0" h="17853" w="20457">
                  <a:moveTo>
                    <a:pt x="10230" y="777"/>
                  </a:moveTo>
                  <a:cubicBezTo>
                    <a:pt x="10231" y="777"/>
                    <a:pt x="10233" y="777"/>
                    <a:pt x="10234" y="777"/>
                  </a:cubicBezTo>
                  <a:cubicBezTo>
                    <a:pt x="11946" y="777"/>
                    <a:pt x="13338" y="2169"/>
                    <a:pt x="13338" y="3881"/>
                  </a:cubicBezTo>
                  <a:cubicBezTo>
                    <a:pt x="13338" y="5593"/>
                    <a:pt x="11946" y="6985"/>
                    <a:pt x="10234" y="6985"/>
                  </a:cubicBezTo>
                  <a:cubicBezTo>
                    <a:pt x="8519" y="6985"/>
                    <a:pt x="7130" y="5595"/>
                    <a:pt x="7130" y="3881"/>
                  </a:cubicBezTo>
                  <a:cubicBezTo>
                    <a:pt x="7127" y="2167"/>
                    <a:pt x="8516" y="777"/>
                    <a:pt x="10230" y="777"/>
                  </a:cubicBezTo>
                  <a:close/>
                  <a:moveTo>
                    <a:pt x="6396" y="4444"/>
                  </a:moveTo>
                  <a:cubicBezTo>
                    <a:pt x="6516" y="5270"/>
                    <a:pt x="6899" y="6033"/>
                    <a:pt x="7489" y="6623"/>
                  </a:cubicBezTo>
                  <a:lnTo>
                    <a:pt x="7365" y="6877"/>
                  </a:lnTo>
                  <a:cubicBezTo>
                    <a:pt x="6669" y="8301"/>
                    <a:pt x="6937" y="9543"/>
                    <a:pt x="6937" y="9606"/>
                  </a:cubicBezTo>
                  <a:cubicBezTo>
                    <a:pt x="7024" y="10206"/>
                    <a:pt x="7106" y="10849"/>
                    <a:pt x="7120" y="11480"/>
                  </a:cubicBezTo>
                  <a:cubicBezTo>
                    <a:pt x="7130" y="11954"/>
                    <a:pt x="7102" y="12366"/>
                    <a:pt x="7034" y="12739"/>
                  </a:cubicBezTo>
                  <a:cubicBezTo>
                    <a:pt x="6999" y="12948"/>
                    <a:pt x="7138" y="13146"/>
                    <a:pt x="7346" y="13184"/>
                  </a:cubicBezTo>
                  <a:cubicBezTo>
                    <a:pt x="7370" y="13188"/>
                    <a:pt x="7393" y="13191"/>
                    <a:pt x="7416" y="13191"/>
                  </a:cubicBezTo>
                  <a:cubicBezTo>
                    <a:pt x="7597" y="13191"/>
                    <a:pt x="7759" y="13064"/>
                    <a:pt x="7797" y="12880"/>
                  </a:cubicBezTo>
                  <a:cubicBezTo>
                    <a:pt x="7865" y="12508"/>
                    <a:pt x="7898" y="12107"/>
                    <a:pt x="7898" y="11660"/>
                  </a:cubicBezTo>
                  <a:cubicBezTo>
                    <a:pt x="8624" y="11144"/>
                    <a:pt x="9820" y="10867"/>
                    <a:pt x="10636" y="10867"/>
                  </a:cubicBezTo>
                  <a:cubicBezTo>
                    <a:pt x="11432" y="10867"/>
                    <a:pt x="12200" y="11127"/>
                    <a:pt x="12873" y="11577"/>
                  </a:cubicBezTo>
                  <a:cubicBezTo>
                    <a:pt x="12941" y="11626"/>
                    <a:pt x="13020" y="11650"/>
                    <a:pt x="13098" y="11650"/>
                  </a:cubicBezTo>
                  <a:cubicBezTo>
                    <a:pt x="13223" y="11650"/>
                    <a:pt x="13346" y="11589"/>
                    <a:pt x="13421" y="11478"/>
                  </a:cubicBezTo>
                  <a:cubicBezTo>
                    <a:pt x="13543" y="11296"/>
                    <a:pt x="13490" y="11048"/>
                    <a:pt x="13303" y="10932"/>
                  </a:cubicBezTo>
                  <a:cubicBezTo>
                    <a:pt x="13181" y="10850"/>
                    <a:pt x="13054" y="10773"/>
                    <a:pt x="12927" y="10702"/>
                  </a:cubicBezTo>
                  <a:cubicBezTo>
                    <a:pt x="13845" y="9256"/>
                    <a:pt x="15421" y="8536"/>
                    <a:pt x="16771" y="8536"/>
                  </a:cubicBezTo>
                  <a:cubicBezTo>
                    <a:pt x="17051" y="8536"/>
                    <a:pt x="17322" y="8567"/>
                    <a:pt x="17575" y="8630"/>
                  </a:cubicBezTo>
                  <a:cubicBezTo>
                    <a:pt x="18216" y="8787"/>
                    <a:pt x="19291" y="9288"/>
                    <a:pt x="19291" y="10870"/>
                  </a:cubicBezTo>
                  <a:cubicBezTo>
                    <a:pt x="19291" y="13206"/>
                    <a:pt x="19636" y="15405"/>
                    <a:pt x="17426" y="16145"/>
                  </a:cubicBezTo>
                  <a:cubicBezTo>
                    <a:pt x="15108" y="16918"/>
                    <a:pt x="13184" y="17077"/>
                    <a:pt x="11012" y="17077"/>
                  </a:cubicBezTo>
                  <a:cubicBezTo>
                    <a:pt x="7744" y="17077"/>
                    <a:pt x="4229" y="16183"/>
                    <a:pt x="1610" y="14686"/>
                  </a:cubicBezTo>
                  <a:cubicBezTo>
                    <a:pt x="1445" y="14593"/>
                    <a:pt x="1290" y="14330"/>
                    <a:pt x="1172" y="13947"/>
                  </a:cubicBezTo>
                  <a:cubicBezTo>
                    <a:pt x="825" y="12821"/>
                    <a:pt x="995" y="12345"/>
                    <a:pt x="1569" y="11274"/>
                  </a:cubicBezTo>
                  <a:cubicBezTo>
                    <a:pt x="2892" y="8809"/>
                    <a:pt x="4513" y="6515"/>
                    <a:pt x="6396" y="4444"/>
                  </a:cubicBezTo>
                  <a:close/>
                  <a:moveTo>
                    <a:pt x="10234" y="0"/>
                  </a:moveTo>
                  <a:cubicBezTo>
                    <a:pt x="8306" y="0"/>
                    <a:pt x="6680" y="1410"/>
                    <a:pt x="6398" y="3302"/>
                  </a:cubicBezTo>
                  <a:cubicBezTo>
                    <a:pt x="4225" y="5577"/>
                    <a:pt x="2372" y="8135"/>
                    <a:pt x="885" y="10907"/>
                  </a:cubicBezTo>
                  <a:cubicBezTo>
                    <a:pt x="239" y="12111"/>
                    <a:pt x="0" y="12785"/>
                    <a:pt x="429" y="14176"/>
                  </a:cubicBezTo>
                  <a:cubicBezTo>
                    <a:pt x="613" y="14772"/>
                    <a:pt x="873" y="15160"/>
                    <a:pt x="1225" y="15359"/>
                  </a:cubicBezTo>
                  <a:cubicBezTo>
                    <a:pt x="4115" y="17012"/>
                    <a:pt x="7771" y="17852"/>
                    <a:pt x="11012" y="17852"/>
                  </a:cubicBezTo>
                  <a:cubicBezTo>
                    <a:pt x="12957" y="17852"/>
                    <a:pt x="15111" y="17734"/>
                    <a:pt x="17672" y="16881"/>
                  </a:cubicBezTo>
                  <a:cubicBezTo>
                    <a:pt x="20457" y="15948"/>
                    <a:pt x="20066" y="13142"/>
                    <a:pt x="20066" y="10870"/>
                  </a:cubicBezTo>
                  <a:cubicBezTo>
                    <a:pt x="20066" y="9351"/>
                    <a:pt x="19204" y="8231"/>
                    <a:pt x="17759" y="7876"/>
                  </a:cubicBezTo>
                  <a:cubicBezTo>
                    <a:pt x="17440" y="7798"/>
                    <a:pt x="17106" y="7759"/>
                    <a:pt x="16765" y="7759"/>
                  </a:cubicBezTo>
                  <a:cubicBezTo>
                    <a:pt x="15086" y="7759"/>
                    <a:pt x="13245" y="8692"/>
                    <a:pt x="12217" y="10376"/>
                  </a:cubicBezTo>
                  <a:cubicBezTo>
                    <a:pt x="11710" y="10187"/>
                    <a:pt x="11174" y="10091"/>
                    <a:pt x="10635" y="10090"/>
                  </a:cubicBezTo>
                  <a:cubicBezTo>
                    <a:pt x="9834" y="10090"/>
                    <a:pt x="8726" y="10306"/>
                    <a:pt x="7857" y="10775"/>
                  </a:cubicBezTo>
                  <a:cubicBezTo>
                    <a:pt x="7815" y="10257"/>
                    <a:pt x="7752" y="9841"/>
                    <a:pt x="7703" y="9478"/>
                  </a:cubicBezTo>
                  <a:cubicBezTo>
                    <a:pt x="7510" y="8137"/>
                    <a:pt x="8084" y="7192"/>
                    <a:pt x="8106" y="7125"/>
                  </a:cubicBezTo>
                  <a:cubicBezTo>
                    <a:pt x="8738" y="7540"/>
                    <a:pt x="9478" y="7762"/>
                    <a:pt x="10234" y="7762"/>
                  </a:cubicBezTo>
                  <a:cubicBezTo>
                    <a:pt x="12374" y="7762"/>
                    <a:pt x="14115" y="6021"/>
                    <a:pt x="14115" y="3881"/>
                  </a:cubicBezTo>
                  <a:cubicBezTo>
                    <a:pt x="14115" y="1741"/>
                    <a:pt x="12374" y="0"/>
                    <a:pt x="102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0"/>
            <p:cNvSpPr/>
            <p:nvPr/>
          </p:nvSpPr>
          <p:spPr>
            <a:xfrm>
              <a:off x="7424280" y="2176920"/>
              <a:ext cx="134280" cy="24840"/>
            </a:xfrm>
            <a:custGeom>
              <a:rect b="b" l="l" r="r" t="t"/>
              <a:pathLst>
                <a:path extrusionOk="0" h="1313" w="7400">
                  <a:moveTo>
                    <a:pt x="6969" y="1"/>
                  </a:moveTo>
                  <a:cubicBezTo>
                    <a:pt x="6937" y="1"/>
                    <a:pt x="6904" y="5"/>
                    <a:pt x="6871" y="14"/>
                  </a:cubicBezTo>
                  <a:cubicBezTo>
                    <a:pt x="5116" y="473"/>
                    <a:pt x="3517" y="536"/>
                    <a:pt x="2050" y="536"/>
                  </a:cubicBezTo>
                  <a:cubicBezTo>
                    <a:pt x="1520" y="536"/>
                    <a:pt x="920" y="511"/>
                    <a:pt x="448" y="467"/>
                  </a:cubicBezTo>
                  <a:cubicBezTo>
                    <a:pt x="434" y="466"/>
                    <a:pt x="421" y="465"/>
                    <a:pt x="407" y="465"/>
                  </a:cubicBezTo>
                  <a:cubicBezTo>
                    <a:pt x="209" y="465"/>
                    <a:pt x="39" y="616"/>
                    <a:pt x="21" y="819"/>
                  </a:cubicBezTo>
                  <a:cubicBezTo>
                    <a:pt x="1" y="1034"/>
                    <a:pt x="162" y="1225"/>
                    <a:pt x="379" y="1241"/>
                  </a:cubicBezTo>
                  <a:cubicBezTo>
                    <a:pt x="872" y="1286"/>
                    <a:pt x="1497" y="1312"/>
                    <a:pt x="2050" y="1312"/>
                  </a:cubicBezTo>
                  <a:cubicBezTo>
                    <a:pt x="3496" y="1312"/>
                    <a:pt x="5222" y="1247"/>
                    <a:pt x="7067" y="765"/>
                  </a:cubicBezTo>
                  <a:cubicBezTo>
                    <a:pt x="7276" y="711"/>
                    <a:pt x="7400" y="499"/>
                    <a:pt x="7345" y="292"/>
                  </a:cubicBezTo>
                  <a:cubicBezTo>
                    <a:pt x="7300" y="117"/>
                    <a:pt x="7142" y="1"/>
                    <a:pt x="6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0"/>
            <p:cNvSpPr/>
            <p:nvPr/>
          </p:nvSpPr>
          <p:spPr>
            <a:xfrm>
              <a:off x="7404840" y="1909800"/>
              <a:ext cx="84240" cy="91080"/>
            </a:xfrm>
            <a:custGeom>
              <a:rect b="b" l="l" r="r" t="t"/>
              <a:pathLst>
                <a:path extrusionOk="0" h="4658" w="4660">
                  <a:moveTo>
                    <a:pt x="2330" y="776"/>
                  </a:moveTo>
                  <a:cubicBezTo>
                    <a:pt x="2530" y="776"/>
                    <a:pt x="2732" y="815"/>
                    <a:pt x="2924" y="894"/>
                  </a:cubicBezTo>
                  <a:cubicBezTo>
                    <a:pt x="3504" y="1135"/>
                    <a:pt x="3883" y="1701"/>
                    <a:pt x="3883" y="2329"/>
                  </a:cubicBezTo>
                  <a:cubicBezTo>
                    <a:pt x="3882" y="3186"/>
                    <a:pt x="3187" y="3879"/>
                    <a:pt x="2330" y="3881"/>
                  </a:cubicBezTo>
                  <a:cubicBezTo>
                    <a:pt x="1702" y="3881"/>
                    <a:pt x="1136" y="3503"/>
                    <a:pt x="895" y="2923"/>
                  </a:cubicBezTo>
                  <a:cubicBezTo>
                    <a:pt x="656" y="2342"/>
                    <a:pt x="788" y="1676"/>
                    <a:pt x="1232" y="1231"/>
                  </a:cubicBezTo>
                  <a:cubicBezTo>
                    <a:pt x="1530" y="934"/>
                    <a:pt x="1926" y="776"/>
                    <a:pt x="2330" y="776"/>
                  </a:cubicBezTo>
                  <a:close/>
                  <a:moveTo>
                    <a:pt x="2330" y="0"/>
                  </a:moveTo>
                  <a:cubicBezTo>
                    <a:pt x="1046" y="0"/>
                    <a:pt x="1" y="1045"/>
                    <a:pt x="1" y="2329"/>
                  </a:cubicBezTo>
                  <a:cubicBezTo>
                    <a:pt x="1" y="3612"/>
                    <a:pt x="1046" y="4657"/>
                    <a:pt x="2330" y="4657"/>
                  </a:cubicBezTo>
                  <a:cubicBezTo>
                    <a:pt x="3614" y="4657"/>
                    <a:pt x="4659" y="3613"/>
                    <a:pt x="4659" y="2329"/>
                  </a:cubicBezTo>
                  <a:cubicBezTo>
                    <a:pt x="4659" y="1045"/>
                    <a:pt x="3614" y="0"/>
                    <a:pt x="23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1" name="Google Shape;1111;p30"/>
          <p:cNvGrpSpPr/>
          <p:nvPr/>
        </p:nvGrpSpPr>
        <p:grpSpPr>
          <a:xfrm>
            <a:off x="3459600" y="1864440"/>
            <a:ext cx="374040" cy="278280"/>
            <a:chOff x="3459600" y="1864440"/>
            <a:chExt cx="374040" cy="278280"/>
          </a:xfrm>
        </p:grpSpPr>
        <p:sp>
          <p:nvSpPr>
            <p:cNvPr id="1112" name="Google Shape;1112;p30"/>
            <p:cNvSpPr/>
            <p:nvPr/>
          </p:nvSpPr>
          <p:spPr>
            <a:xfrm>
              <a:off x="3459600" y="1864440"/>
              <a:ext cx="374040" cy="278280"/>
            </a:xfrm>
            <a:custGeom>
              <a:rect b="b" l="l" r="r" t="t"/>
              <a:pathLst>
                <a:path extrusionOk="0" h="10074" w="16492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0"/>
            <p:cNvSpPr/>
            <p:nvPr/>
          </p:nvSpPr>
          <p:spPr>
            <a:xfrm>
              <a:off x="3531600" y="1919160"/>
              <a:ext cx="42840" cy="34920"/>
            </a:xfrm>
            <a:custGeom>
              <a:rect b="b" l="l" r="r" t="t"/>
              <a:pathLst>
                <a:path extrusionOk="0" h="1310" w="1941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>
              <a:off x="3531960" y="1963080"/>
              <a:ext cx="67680" cy="11880"/>
            </a:xfrm>
            <a:custGeom>
              <a:rect b="b" l="l" r="r" t="t"/>
              <a:pathLst>
                <a:path extrusionOk="0" h="477" w="3038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>
              <a:off x="3557160" y="1982160"/>
              <a:ext cx="42120" cy="34920"/>
            </a:xfrm>
            <a:custGeom>
              <a:rect b="b" l="l" r="r" t="t"/>
              <a:pathLst>
                <a:path extrusionOk="0" h="1311" w="1918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0"/>
            <p:cNvSpPr/>
            <p:nvPr/>
          </p:nvSpPr>
          <p:spPr>
            <a:xfrm>
              <a:off x="3531960" y="2025360"/>
              <a:ext cx="67680" cy="11880"/>
            </a:xfrm>
            <a:custGeom>
              <a:rect b="b" l="l" r="r" t="t"/>
              <a:pathLst>
                <a:path extrusionOk="0" h="477" w="3038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0"/>
            <p:cNvSpPr/>
            <p:nvPr/>
          </p:nvSpPr>
          <p:spPr>
            <a:xfrm>
              <a:off x="3640680" y="1946880"/>
              <a:ext cx="33120" cy="68760"/>
            </a:xfrm>
            <a:custGeom>
              <a:rect b="b" l="l" r="r" t="t"/>
              <a:pathLst>
                <a:path extrusionOk="0" h="2525" w="1525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3724920" y="1946520"/>
              <a:ext cx="33480" cy="68760"/>
            </a:xfrm>
            <a:custGeom>
              <a:rect b="b" l="l" r="r" t="t"/>
              <a:pathLst>
                <a:path extrusionOk="0" h="2525" w="1536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0"/>
            <p:cNvSpPr/>
            <p:nvPr/>
          </p:nvSpPr>
          <p:spPr>
            <a:xfrm>
              <a:off x="3683160" y="1938240"/>
              <a:ext cx="33480" cy="85680"/>
            </a:xfrm>
            <a:custGeom>
              <a:rect b="b" l="l" r="r" t="t"/>
              <a:pathLst>
                <a:path extrusionOk="0" h="3137" w="1537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31"/>
          <p:cNvSpPr txBox="1"/>
          <p:nvPr>
            <p:ph idx="4294967295"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Thiago Silva Blasi – Desenvolvedor / DBA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31"/>
          <p:cNvSpPr txBox="1"/>
          <p:nvPr>
            <p:ph idx="4294967295" type="title"/>
          </p:nvPr>
        </p:nvSpPr>
        <p:spPr>
          <a:xfrm>
            <a:off x="848520" y="267876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31"/>
          <p:cNvSpPr txBox="1"/>
          <p:nvPr>
            <p:ph idx="4294967295" type="subTitle"/>
          </p:nvPr>
        </p:nvSpPr>
        <p:spPr>
          <a:xfrm>
            <a:off x="848520" y="316188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Participação </a:t>
            </a: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integração das rotas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31"/>
          <p:cNvSpPr txBox="1"/>
          <p:nvPr>
            <p:ph idx="4294967295" type="title"/>
          </p:nvPr>
        </p:nvSpPr>
        <p:spPr>
          <a:xfrm>
            <a:off x="2765520" y="267876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31"/>
          <p:cNvSpPr txBox="1"/>
          <p:nvPr>
            <p:ph idx="4294967295" type="subTitle"/>
          </p:nvPr>
        </p:nvSpPr>
        <p:spPr>
          <a:xfrm>
            <a:off x="2765520" y="316188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dos casos de uso do Sprint 02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31"/>
          <p:cNvSpPr txBox="1"/>
          <p:nvPr>
            <p:ph idx="4294967295" type="title"/>
          </p:nvPr>
        </p:nvSpPr>
        <p:spPr>
          <a:xfrm>
            <a:off x="4682520" y="267876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3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31"/>
          <p:cNvSpPr txBox="1"/>
          <p:nvPr>
            <p:ph idx="4294967295" type="subTitle"/>
          </p:nvPr>
        </p:nvSpPr>
        <p:spPr>
          <a:xfrm>
            <a:off x="4682520" y="316188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Correções dos casos de uso do Sprint 01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31"/>
          <p:cNvSpPr txBox="1"/>
          <p:nvPr>
            <p:ph idx="4294967295" type="title"/>
          </p:nvPr>
        </p:nvSpPr>
        <p:spPr>
          <a:xfrm>
            <a:off x="6599520" y="267876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DIFICULDADES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31"/>
          <p:cNvSpPr txBox="1"/>
          <p:nvPr>
            <p:ph idx="4294967295" type="subTitle"/>
          </p:nvPr>
        </p:nvSpPr>
        <p:spPr>
          <a:xfrm>
            <a:off x="6599520" y="316188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Nenhuma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31"/>
          <p:cNvSpPr/>
          <p:nvPr/>
        </p:nvSpPr>
        <p:spPr>
          <a:xfrm>
            <a:off x="3298680" y="189180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31"/>
          <p:cNvSpPr/>
          <p:nvPr/>
        </p:nvSpPr>
        <p:spPr>
          <a:xfrm>
            <a:off x="5199840" y="18921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31"/>
          <p:cNvSpPr/>
          <p:nvPr/>
        </p:nvSpPr>
        <p:spPr>
          <a:xfrm>
            <a:off x="7132680" y="18921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6" name="Google Shape;1136;p31"/>
          <p:cNvGrpSpPr/>
          <p:nvPr/>
        </p:nvGrpSpPr>
        <p:grpSpPr>
          <a:xfrm>
            <a:off x="5330880" y="2009520"/>
            <a:ext cx="397800" cy="353520"/>
            <a:chOff x="5330880" y="2009520"/>
            <a:chExt cx="397800" cy="353520"/>
          </a:xfrm>
        </p:grpSpPr>
        <p:sp>
          <p:nvSpPr>
            <p:cNvPr id="1137" name="Google Shape;1137;p31"/>
            <p:cNvSpPr/>
            <p:nvPr/>
          </p:nvSpPr>
          <p:spPr>
            <a:xfrm>
              <a:off x="5375520" y="2189880"/>
              <a:ext cx="48600" cy="16560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1"/>
            <p:cNvSpPr/>
            <p:nvPr/>
          </p:nvSpPr>
          <p:spPr>
            <a:xfrm>
              <a:off x="5356800" y="2308680"/>
              <a:ext cx="10800" cy="54360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31"/>
            <p:cNvSpPr/>
            <p:nvPr/>
          </p:nvSpPr>
          <p:spPr>
            <a:xfrm>
              <a:off x="5330880" y="2158920"/>
              <a:ext cx="230400" cy="203760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1"/>
            <p:cNvSpPr/>
            <p:nvPr/>
          </p:nvSpPr>
          <p:spPr>
            <a:xfrm>
              <a:off x="5493600" y="2009520"/>
              <a:ext cx="235080" cy="197640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1"/>
            <p:cNvSpPr/>
            <p:nvPr/>
          </p:nvSpPr>
          <p:spPr>
            <a:xfrm>
              <a:off x="5524560" y="2046600"/>
              <a:ext cx="173160" cy="110520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2" name="Google Shape;1142;p31"/>
          <p:cNvSpPr/>
          <p:nvPr/>
        </p:nvSpPr>
        <p:spPr>
          <a:xfrm>
            <a:off x="1381680" y="18921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31"/>
          <p:cNvSpPr/>
          <p:nvPr/>
        </p:nvSpPr>
        <p:spPr>
          <a:xfrm>
            <a:off x="7228440" y="1963800"/>
            <a:ext cx="437400" cy="399240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4" name="Google Shape;1144;p31"/>
          <p:cNvGrpSpPr/>
          <p:nvPr/>
        </p:nvGrpSpPr>
        <p:grpSpPr>
          <a:xfrm>
            <a:off x="3425760" y="1988640"/>
            <a:ext cx="374040" cy="374040"/>
            <a:chOff x="3425760" y="1988640"/>
            <a:chExt cx="374040" cy="374040"/>
          </a:xfrm>
        </p:grpSpPr>
        <p:sp>
          <p:nvSpPr>
            <p:cNvPr id="1145" name="Google Shape;1145;p31"/>
            <p:cNvSpPr/>
            <p:nvPr/>
          </p:nvSpPr>
          <p:spPr>
            <a:xfrm>
              <a:off x="3425760" y="2129760"/>
              <a:ext cx="374040" cy="23292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1"/>
            <p:cNvSpPr/>
            <p:nvPr/>
          </p:nvSpPr>
          <p:spPr>
            <a:xfrm>
              <a:off x="3431520" y="1988640"/>
              <a:ext cx="357480" cy="215640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7" name="Google Shape;1147;p31"/>
          <p:cNvGrpSpPr/>
          <p:nvPr/>
        </p:nvGrpSpPr>
        <p:grpSpPr>
          <a:xfrm>
            <a:off x="1538280" y="2049480"/>
            <a:ext cx="314640" cy="313560"/>
            <a:chOff x="1538280" y="2049480"/>
            <a:chExt cx="314640" cy="313560"/>
          </a:xfrm>
        </p:grpSpPr>
        <p:sp>
          <p:nvSpPr>
            <p:cNvPr id="1148" name="Google Shape;1148;p31"/>
            <p:cNvSpPr/>
            <p:nvPr/>
          </p:nvSpPr>
          <p:spPr>
            <a:xfrm>
              <a:off x="1538280" y="2049480"/>
              <a:ext cx="314640" cy="313560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31"/>
            <p:cNvSpPr/>
            <p:nvPr/>
          </p:nvSpPr>
          <p:spPr>
            <a:xfrm>
              <a:off x="1643400" y="2070360"/>
              <a:ext cx="188640" cy="179640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31"/>
            <p:cNvSpPr/>
            <p:nvPr/>
          </p:nvSpPr>
          <p:spPr>
            <a:xfrm>
              <a:off x="1699200" y="2104200"/>
              <a:ext cx="84600" cy="103680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31"/>
            <p:cNvSpPr/>
            <p:nvPr/>
          </p:nvSpPr>
          <p:spPr>
            <a:xfrm>
              <a:off x="1748520" y="2166840"/>
              <a:ext cx="103320" cy="102600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2" name="Google Shape;1152;p31"/>
          <p:cNvSpPr/>
          <p:nvPr/>
        </p:nvSpPr>
        <p:spPr>
          <a:xfrm>
            <a:off x="916560" y="961920"/>
            <a:ext cx="701604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32"/>
          <p:cNvSpPr txBox="1"/>
          <p:nvPr>
            <p:ph idx="4294967295" type="title"/>
          </p:nvPr>
        </p:nvSpPr>
        <p:spPr>
          <a:xfrm>
            <a:off x="1402560" y="1933560"/>
            <a:ext cx="7595640" cy="22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800" u="none" cap="none" strike="noStrike">
                <a:solidFill>
                  <a:srgbClr val="EEEEEE"/>
                </a:solidFill>
                <a:latin typeface="Montserrat"/>
                <a:ea typeface="Montserrat"/>
                <a:cs typeface="Montserrat"/>
                <a:sym typeface="Montserrat"/>
              </a:rPr>
              <a:t>Funcionalidades:</a:t>
            </a:r>
            <a:br>
              <a:rPr b="0" i="0" lang="en" sz="1800" u="none" cap="none" strike="noStrike"/>
            </a:br>
            <a:r>
              <a:rPr b="1" i="0" lang="en" sz="4800" u="none" cap="none" strike="noStrike">
                <a:solidFill>
                  <a:srgbClr val="EEEEEE"/>
                </a:solidFill>
                <a:latin typeface="Montserrat"/>
                <a:ea typeface="Montserrat"/>
                <a:cs typeface="Montserrat"/>
                <a:sym typeface="Montserrat"/>
              </a:rPr>
              <a:t>Sprint #02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32"/>
          <p:cNvSpPr/>
          <p:nvPr/>
        </p:nvSpPr>
        <p:spPr>
          <a:xfrm>
            <a:off x="916560" y="961920"/>
            <a:ext cx="405972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33"/>
          <p:cNvSpPr txBox="1"/>
          <p:nvPr>
            <p:ph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Funcionalidades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33"/>
          <p:cNvSpPr/>
          <p:nvPr/>
        </p:nvSpPr>
        <p:spPr>
          <a:xfrm flipH="1" rot="10800000">
            <a:off x="916920" y="948600"/>
            <a:ext cx="2845440" cy="133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5" name="Google Shape;1165;p33"/>
          <p:cNvSpPr/>
          <p:nvPr/>
        </p:nvSpPr>
        <p:spPr>
          <a:xfrm>
            <a:off x="916560" y="1239120"/>
            <a:ext cx="8085240" cy="18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Visualizar histórico de atendimento online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Solicitar retornos médicos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Solicitar encaminhamento para consultas presenciais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Agendar encaminhamento ao médico especialista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Visualizar remédios disponíveis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Adicionar notas de consultas médicas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Listar consultas agendadas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Editar consulta agendada 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34"/>
          <p:cNvSpPr txBox="1"/>
          <p:nvPr>
            <p:ph idx="4294967295" type="title"/>
          </p:nvPr>
        </p:nvSpPr>
        <p:spPr>
          <a:xfrm>
            <a:off x="1402560" y="1933560"/>
            <a:ext cx="7595640" cy="22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800" u="none" cap="none" strike="noStrike">
                <a:solidFill>
                  <a:srgbClr val="EEEEEE"/>
                </a:solidFill>
                <a:latin typeface="Montserrat"/>
                <a:ea typeface="Montserrat"/>
                <a:cs typeface="Montserrat"/>
                <a:sym typeface="Montserrat"/>
              </a:rPr>
              <a:t>Testes:</a:t>
            </a:r>
            <a:br>
              <a:rPr b="0" i="0" lang="en" sz="1800" u="none" cap="none" strike="noStrike"/>
            </a:br>
            <a:r>
              <a:rPr b="1" i="0" lang="en" sz="4800" u="none" cap="none" strike="noStrike">
                <a:solidFill>
                  <a:srgbClr val="EEEEEE"/>
                </a:solidFill>
                <a:latin typeface="Montserrat"/>
                <a:ea typeface="Montserrat"/>
                <a:cs typeface="Montserrat"/>
                <a:sym typeface="Montserrat"/>
              </a:rPr>
              <a:t>Sprint #02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34"/>
          <p:cNvSpPr/>
          <p:nvPr/>
        </p:nvSpPr>
        <p:spPr>
          <a:xfrm>
            <a:off x="916560" y="961920"/>
            <a:ext cx="405972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35"/>
          <p:cNvSpPr txBox="1"/>
          <p:nvPr>
            <p:ph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Testes – Módulo 02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77" name="Google Shape;1177;p35"/>
          <p:cNvGraphicFramePr/>
          <p:nvPr/>
        </p:nvGraphicFramePr>
        <p:xfrm>
          <a:off x="1650240" y="246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{FE4B2AF5-84B9-42B8-8DDD-B402E5240D7A}</a:tableStyleId>
              </a:tblPr>
              <a:tblGrid>
                <a:gridCol w="1198800"/>
                <a:gridCol w="1198800"/>
                <a:gridCol w="1048325"/>
                <a:gridCol w="1208150"/>
                <a:gridCol w="1340275"/>
              </a:tblGrid>
              <a:tr h="574925"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Testes das Funcionalidades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Criados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Aplicados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Falhas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Correções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Pendencias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r>
                        <a:rPr lang="en"/>
                        <a:t>8</a:t>
                      </a:r>
                      <a:r>
                        <a:rPr b="0" lang="en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42</a:t>
                      </a:r>
                      <a:r>
                        <a:rPr b="1" lang="en" sz="1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8" name="Google Shape;1178;p35"/>
          <p:cNvSpPr/>
          <p:nvPr/>
        </p:nvSpPr>
        <p:spPr>
          <a:xfrm>
            <a:off x="916560" y="961920"/>
            <a:ext cx="1972440" cy="21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9" name="Google Shape;1179;p35"/>
          <p:cNvSpPr/>
          <p:nvPr/>
        </p:nvSpPr>
        <p:spPr>
          <a:xfrm>
            <a:off x="1648800" y="1351800"/>
            <a:ext cx="584532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Sprint de Integração #02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Front/Back-end – 70%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36"/>
          <p:cNvSpPr/>
          <p:nvPr/>
        </p:nvSpPr>
        <p:spPr>
          <a:xfrm>
            <a:off x="31680" y="1412280"/>
            <a:ext cx="4096440" cy="2318040"/>
          </a:xfrm>
          <a:prstGeom prst="rect">
            <a:avLst/>
          </a:pr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36"/>
          <p:cNvSpPr txBox="1"/>
          <p:nvPr>
            <p:ph idx="4294967295" type="title"/>
          </p:nvPr>
        </p:nvSpPr>
        <p:spPr>
          <a:xfrm>
            <a:off x="818280" y="450000"/>
            <a:ext cx="3069360" cy="408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MÓDULO 3:</a:t>
            </a:r>
            <a:br>
              <a:rPr b="0" i="0" lang="en" sz="1800" u="none" cap="none" strike="noStrike"/>
            </a:br>
            <a:r>
              <a:rPr b="1" i="0" lang="en" sz="30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SERVIÇOS MÉDICOS</a:t>
            </a:r>
            <a:endParaRPr b="0" i="0" sz="3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37"/>
          <p:cNvSpPr txBox="1"/>
          <p:nvPr>
            <p:ph idx="4294967295" type="title"/>
          </p:nvPr>
        </p:nvSpPr>
        <p:spPr>
          <a:xfrm>
            <a:off x="818280" y="459720"/>
            <a:ext cx="560988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Nicholas Zilli – Product Owner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37"/>
          <p:cNvSpPr txBox="1"/>
          <p:nvPr>
            <p:ph idx="4294967295" type="title"/>
          </p:nvPr>
        </p:nvSpPr>
        <p:spPr>
          <a:xfrm>
            <a:off x="848520" y="272196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37"/>
          <p:cNvSpPr txBox="1"/>
          <p:nvPr>
            <p:ph idx="4294967295" type="subTitle"/>
          </p:nvPr>
        </p:nvSpPr>
        <p:spPr>
          <a:xfrm>
            <a:off x="848520" y="3074040"/>
            <a:ext cx="1694520" cy="1254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Elaboração e auxílio na correção do novo banco, tanto na parte do modelo físico, quanto nos </a:t>
            </a:r>
            <a:r>
              <a:rPr b="0" i="1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inserts</a:t>
            </a: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37"/>
          <p:cNvSpPr txBox="1"/>
          <p:nvPr>
            <p:ph idx="4294967295" type="title"/>
          </p:nvPr>
        </p:nvSpPr>
        <p:spPr>
          <a:xfrm>
            <a:off x="2765520" y="272196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37"/>
          <p:cNvSpPr txBox="1"/>
          <p:nvPr>
            <p:ph idx="4294967295" type="subTitle"/>
          </p:nvPr>
        </p:nvSpPr>
        <p:spPr>
          <a:xfrm>
            <a:off x="2765520" y="3074040"/>
            <a:ext cx="169452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Correção de </a:t>
            </a:r>
            <a:r>
              <a:rPr b="0" i="1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bugs</a:t>
            </a: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 instabilidades apresentadas nos casos de uso feitos no Sprint de Desenvolvimento #01.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37"/>
          <p:cNvSpPr txBox="1"/>
          <p:nvPr>
            <p:ph idx="4294967295" type="title"/>
          </p:nvPr>
        </p:nvSpPr>
        <p:spPr>
          <a:xfrm>
            <a:off x="4682520" y="272196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3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37"/>
          <p:cNvSpPr txBox="1"/>
          <p:nvPr>
            <p:ph idx="4294967295" type="subTitle"/>
          </p:nvPr>
        </p:nvSpPr>
        <p:spPr>
          <a:xfrm>
            <a:off x="4631760" y="3074040"/>
            <a:ext cx="1796400" cy="1254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Front/Back-end dos casos de uso do Sprint de Desenvolvimento #02.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37"/>
          <p:cNvSpPr txBox="1"/>
          <p:nvPr>
            <p:ph idx="4294967295" type="title"/>
          </p:nvPr>
        </p:nvSpPr>
        <p:spPr>
          <a:xfrm>
            <a:off x="6599520" y="272196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DIFICULDADES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37"/>
          <p:cNvSpPr txBox="1"/>
          <p:nvPr>
            <p:ph idx="4294967295" type="subTitle"/>
          </p:nvPr>
        </p:nvSpPr>
        <p:spPr>
          <a:xfrm>
            <a:off x="6599880" y="3074040"/>
            <a:ext cx="1796400" cy="7095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Nenhuma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37"/>
          <p:cNvSpPr/>
          <p:nvPr/>
        </p:nvSpPr>
        <p:spPr>
          <a:xfrm>
            <a:off x="3298680" y="193500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37"/>
          <p:cNvSpPr/>
          <p:nvPr/>
        </p:nvSpPr>
        <p:spPr>
          <a:xfrm>
            <a:off x="5199840" y="19353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37"/>
          <p:cNvSpPr/>
          <p:nvPr/>
        </p:nvSpPr>
        <p:spPr>
          <a:xfrm>
            <a:off x="7132680" y="19353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2" name="Google Shape;1202;p37"/>
          <p:cNvGrpSpPr/>
          <p:nvPr/>
        </p:nvGrpSpPr>
        <p:grpSpPr>
          <a:xfrm>
            <a:off x="3421440" y="2072520"/>
            <a:ext cx="397800" cy="353520"/>
            <a:chOff x="3421440" y="2072520"/>
            <a:chExt cx="397800" cy="353520"/>
          </a:xfrm>
        </p:grpSpPr>
        <p:sp>
          <p:nvSpPr>
            <p:cNvPr id="1203" name="Google Shape;1203;p37"/>
            <p:cNvSpPr/>
            <p:nvPr/>
          </p:nvSpPr>
          <p:spPr>
            <a:xfrm>
              <a:off x="3466080" y="2253240"/>
              <a:ext cx="48600" cy="16560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7"/>
            <p:cNvSpPr/>
            <p:nvPr/>
          </p:nvSpPr>
          <p:spPr>
            <a:xfrm>
              <a:off x="3447000" y="2371680"/>
              <a:ext cx="10800" cy="54360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7"/>
            <p:cNvSpPr/>
            <p:nvPr/>
          </p:nvSpPr>
          <p:spPr>
            <a:xfrm>
              <a:off x="3421440" y="2221920"/>
              <a:ext cx="230400" cy="203760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7"/>
            <p:cNvSpPr/>
            <p:nvPr/>
          </p:nvSpPr>
          <p:spPr>
            <a:xfrm>
              <a:off x="3584160" y="2072520"/>
              <a:ext cx="235080" cy="197640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7"/>
            <p:cNvSpPr/>
            <p:nvPr/>
          </p:nvSpPr>
          <p:spPr>
            <a:xfrm>
              <a:off x="3614760" y="2109960"/>
              <a:ext cx="173160" cy="110520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8" name="Google Shape;1208;p37"/>
          <p:cNvSpPr/>
          <p:nvPr/>
        </p:nvSpPr>
        <p:spPr>
          <a:xfrm>
            <a:off x="1381680" y="19353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9" name="Google Shape;1209;p37"/>
          <p:cNvGrpSpPr/>
          <p:nvPr/>
        </p:nvGrpSpPr>
        <p:grpSpPr>
          <a:xfrm>
            <a:off x="5342760" y="2062080"/>
            <a:ext cx="374040" cy="374400"/>
            <a:chOff x="5342760" y="2062080"/>
            <a:chExt cx="374040" cy="374400"/>
          </a:xfrm>
        </p:grpSpPr>
        <p:sp>
          <p:nvSpPr>
            <p:cNvPr id="1210" name="Google Shape;1210;p37"/>
            <p:cNvSpPr/>
            <p:nvPr/>
          </p:nvSpPr>
          <p:spPr>
            <a:xfrm>
              <a:off x="5342760" y="2203560"/>
              <a:ext cx="374040" cy="23292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37"/>
            <p:cNvSpPr/>
            <p:nvPr/>
          </p:nvSpPr>
          <p:spPr>
            <a:xfrm>
              <a:off x="5348520" y="2062080"/>
              <a:ext cx="357480" cy="215640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2" name="Google Shape;1212;p37"/>
          <p:cNvGrpSpPr/>
          <p:nvPr/>
        </p:nvGrpSpPr>
        <p:grpSpPr>
          <a:xfrm>
            <a:off x="1538280" y="2092680"/>
            <a:ext cx="314640" cy="313560"/>
            <a:chOff x="1538280" y="2092680"/>
            <a:chExt cx="314640" cy="313560"/>
          </a:xfrm>
        </p:grpSpPr>
        <p:sp>
          <p:nvSpPr>
            <p:cNvPr id="1213" name="Google Shape;1213;p37"/>
            <p:cNvSpPr/>
            <p:nvPr/>
          </p:nvSpPr>
          <p:spPr>
            <a:xfrm>
              <a:off x="1538280" y="2092680"/>
              <a:ext cx="314640" cy="313560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7"/>
            <p:cNvSpPr/>
            <p:nvPr/>
          </p:nvSpPr>
          <p:spPr>
            <a:xfrm>
              <a:off x="1643400" y="2113560"/>
              <a:ext cx="188640" cy="179640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37"/>
            <p:cNvSpPr/>
            <p:nvPr/>
          </p:nvSpPr>
          <p:spPr>
            <a:xfrm>
              <a:off x="1699200" y="2147400"/>
              <a:ext cx="84600" cy="103680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37"/>
            <p:cNvSpPr/>
            <p:nvPr/>
          </p:nvSpPr>
          <p:spPr>
            <a:xfrm>
              <a:off x="1748520" y="2210040"/>
              <a:ext cx="103320" cy="102600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7" name="Google Shape;1217;p37"/>
          <p:cNvSpPr/>
          <p:nvPr/>
        </p:nvSpPr>
        <p:spPr>
          <a:xfrm>
            <a:off x="916560" y="961920"/>
            <a:ext cx="540720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218" name="Google Shape;1218;p37"/>
          <p:cNvGrpSpPr/>
          <p:nvPr/>
        </p:nvGrpSpPr>
        <p:grpSpPr>
          <a:xfrm>
            <a:off x="7248240" y="2049840"/>
            <a:ext cx="397440" cy="399240"/>
            <a:chOff x="7248240" y="2049840"/>
            <a:chExt cx="397440" cy="399240"/>
          </a:xfrm>
        </p:grpSpPr>
        <p:sp>
          <p:nvSpPr>
            <p:cNvPr id="1219" name="Google Shape;1219;p37"/>
            <p:cNvSpPr/>
            <p:nvPr/>
          </p:nvSpPr>
          <p:spPr>
            <a:xfrm>
              <a:off x="7583400" y="2092320"/>
              <a:ext cx="14400" cy="14400"/>
            </a:xfrm>
            <a:custGeom>
              <a:rect b="b" l="l" r="r" t="t"/>
              <a:pathLst>
                <a:path extrusionOk="0" h="780" w="814">
                  <a:moveTo>
                    <a:pt x="391" y="1"/>
                  </a:moveTo>
                  <a:cubicBezTo>
                    <a:pt x="191" y="1"/>
                    <a:pt x="0" y="156"/>
                    <a:pt x="0" y="390"/>
                  </a:cubicBezTo>
                  <a:cubicBezTo>
                    <a:pt x="0" y="624"/>
                    <a:pt x="191" y="779"/>
                    <a:pt x="390" y="779"/>
                  </a:cubicBezTo>
                  <a:cubicBezTo>
                    <a:pt x="486" y="779"/>
                    <a:pt x="583" y="744"/>
                    <a:pt x="662" y="664"/>
                  </a:cubicBezTo>
                  <a:cubicBezTo>
                    <a:pt x="814" y="514"/>
                    <a:pt x="814" y="267"/>
                    <a:pt x="662" y="115"/>
                  </a:cubicBezTo>
                  <a:cubicBezTo>
                    <a:pt x="583" y="36"/>
                    <a:pt x="486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7"/>
            <p:cNvSpPr/>
            <p:nvPr/>
          </p:nvSpPr>
          <p:spPr>
            <a:xfrm>
              <a:off x="7499880" y="2242080"/>
              <a:ext cx="14400" cy="14400"/>
            </a:xfrm>
            <a:custGeom>
              <a:rect b="b" l="l" r="r" t="t"/>
              <a:pathLst>
                <a:path extrusionOk="0" h="778" w="815">
                  <a:moveTo>
                    <a:pt x="391" y="0"/>
                  </a:moveTo>
                  <a:cubicBezTo>
                    <a:pt x="192" y="0"/>
                    <a:pt x="1" y="155"/>
                    <a:pt x="1" y="389"/>
                  </a:cubicBezTo>
                  <a:cubicBezTo>
                    <a:pt x="1" y="623"/>
                    <a:pt x="192" y="777"/>
                    <a:pt x="391" y="777"/>
                  </a:cubicBezTo>
                  <a:cubicBezTo>
                    <a:pt x="486" y="777"/>
                    <a:pt x="584" y="742"/>
                    <a:pt x="663" y="663"/>
                  </a:cubicBezTo>
                  <a:cubicBezTo>
                    <a:pt x="815" y="512"/>
                    <a:pt x="815" y="265"/>
                    <a:pt x="663" y="115"/>
                  </a:cubicBezTo>
                  <a:cubicBezTo>
                    <a:pt x="584" y="36"/>
                    <a:pt x="486" y="0"/>
                    <a:pt x="3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7"/>
            <p:cNvSpPr/>
            <p:nvPr/>
          </p:nvSpPr>
          <p:spPr>
            <a:xfrm>
              <a:off x="7470000" y="2210760"/>
              <a:ext cx="14400" cy="14400"/>
            </a:xfrm>
            <a:custGeom>
              <a:rect b="b" l="l" r="r" t="t"/>
              <a:pathLst>
                <a:path extrusionOk="0" h="779" w="815">
                  <a:moveTo>
                    <a:pt x="391" y="1"/>
                  </a:moveTo>
                  <a:cubicBezTo>
                    <a:pt x="192" y="1"/>
                    <a:pt x="0" y="156"/>
                    <a:pt x="0" y="390"/>
                  </a:cubicBezTo>
                  <a:cubicBezTo>
                    <a:pt x="0" y="623"/>
                    <a:pt x="192" y="778"/>
                    <a:pt x="391" y="778"/>
                  </a:cubicBezTo>
                  <a:cubicBezTo>
                    <a:pt x="486" y="778"/>
                    <a:pt x="583" y="743"/>
                    <a:pt x="662" y="664"/>
                  </a:cubicBezTo>
                  <a:cubicBezTo>
                    <a:pt x="814" y="512"/>
                    <a:pt x="814" y="267"/>
                    <a:pt x="662" y="115"/>
                  </a:cubicBezTo>
                  <a:cubicBezTo>
                    <a:pt x="583" y="36"/>
                    <a:pt x="486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7"/>
            <p:cNvSpPr/>
            <p:nvPr/>
          </p:nvSpPr>
          <p:spPr>
            <a:xfrm>
              <a:off x="7470000" y="2273400"/>
              <a:ext cx="14400" cy="14400"/>
            </a:xfrm>
            <a:custGeom>
              <a:rect b="b" l="l" r="r" t="t"/>
              <a:pathLst>
                <a:path extrusionOk="0" h="778" w="816">
                  <a:moveTo>
                    <a:pt x="392" y="0"/>
                  </a:moveTo>
                  <a:cubicBezTo>
                    <a:pt x="192" y="0"/>
                    <a:pt x="0" y="155"/>
                    <a:pt x="0" y="389"/>
                  </a:cubicBezTo>
                  <a:cubicBezTo>
                    <a:pt x="0" y="623"/>
                    <a:pt x="192" y="778"/>
                    <a:pt x="392" y="778"/>
                  </a:cubicBezTo>
                  <a:cubicBezTo>
                    <a:pt x="487" y="778"/>
                    <a:pt x="584" y="742"/>
                    <a:pt x="663" y="663"/>
                  </a:cubicBezTo>
                  <a:cubicBezTo>
                    <a:pt x="815" y="512"/>
                    <a:pt x="815" y="266"/>
                    <a:pt x="663" y="114"/>
                  </a:cubicBezTo>
                  <a:cubicBezTo>
                    <a:pt x="584" y="35"/>
                    <a:pt x="487" y="0"/>
                    <a:pt x="3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7"/>
            <p:cNvSpPr/>
            <p:nvPr/>
          </p:nvSpPr>
          <p:spPr>
            <a:xfrm>
              <a:off x="7440120" y="2179440"/>
              <a:ext cx="14400" cy="14400"/>
            </a:xfrm>
            <a:custGeom>
              <a:rect b="b" l="l" r="r" t="t"/>
              <a:pathLst>
                <a:path extrusionOk="0" h="778" w="815">
                  <a:moveTo>
                    <a:pt x="391" y="0"/>
                  </a:moveTo>
                  <a:cubicBezTo>
                    <a:pt x="192" y="0"/>
                    <a:pt x="1" y="155"/>
                    <a:pt x="1" y="389"/>
                  </a:cubicBezTo>
                  <a:cubicBezTo>
                    <a:pt x="1" y="623"/>
                    <a:pt x="192" y="778"/>
                    <a:pt x="391" y="778"/>
                  </a:cubicBezTo>
                  <a:cubicBezTo>
                    <a:pt x="487" y="778"/>
                    <a:pt x="584" y="742"/>
                    <a:pt x="663" y="663"/>
                  </a:cubicBezTo>
                  <a:cubicBezTo>
                    <a:pt x="814" y="512"/>
                    <a:pt x="814" y="266"/>
                    <a:pt x="663" y="114"/>
                  </a:cubicBezTo>
                  <a:cubicBezTo>
                    <a:pt x="584" y="35"/>
                    <a:pt x="487" y="0"/>
                    <a:pt x="3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37"/>
            <p:cNvSpPr/>
            <p:nvPr/>
          </p:nvSpPr>
          <p:spPr>
            <a:xfrm>
              <a:off x="7440120" y="2242080"/>
              <a:ext cx="14400" cy="14400"/>
            </a:xfrm>
            <a:custGeom>
              <a:rect b="b" l="l" r="r" t="t"/>
              <a:pathLst>
                <a:path extrusionOk="0" h="778" w="815">
                  <a:moveTo>
                    <a:pt x="391" y="0"/>
                  </a:moveTo>
                  <a:cubicBezTo>
                    <a:pt x="192" y="0"/>
                    <a:pt x="1" y="155"/>
                    <a:pt x="1" y="389"/>
                  </a:cubicBezTo>
                  <a:cubicBezTo>
                    <a:pt x="1" y="623"/>
                    <a:pt x="191" y="777"/>
                    <a:pt x="391" y="777"/>
                  </a:cubicBezTo>
                  <a:cubicBezTo>
                    <a:pt x="486" y="777"/>
                    <a:pt x="583" y="742"/>
                    <a:pt x="663" y="663"/>
                  </a:cubicBezTo>
                  <a:cubicBezTo>
                    <a:pt x="814" y="512"/>
                    <a:pt x="814" y="265"/>
                    <a:pt x="663" y="115"/>
                  </a:cubicBezTo>
                  <a:cubicBezTo>
                    <a:pt x="584" y="36"/>
                    <a:pt x="486" y="0"/>
                    <a:pt x="3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37"/>
            <p:cNvSpPr/>
            <p:nvPr/>
          </p:nvSpPr>
          <p:spPr>
            <a:xfrm>
              <a:off x="7440120" y="2304720"/>
              <a:ext cx="14400" cy="14400"/>
            </a:xfrm>
            <a:custGeom>
              <a:rect b="b" l="l" r="r" t="t"/>
              <a:pathLst>
                <a:path extrusionOk="0" h="779" w="815">
                  <a:moveTo>
                    <a:pt x="391" y="1"/>
                  </a:moveTo>
                  <a:cubicBezTo>
                    <a:pt x="192" y="1"/>
                    <a:pt x="1" y="156"/>
                    <a:pt x="1" y="390"/>
                  </a:cubicBezTo>
                  <a:cubicBezTo>
                    <a:pt x="1" y="623"/>
                    <a:pt x="192" y="778"/>
                    <a:pt x="391" y="778"/>
                  </a:cubicBezTo>
                  <a:cubicBezTo>
                    <a:pt x="487" y="778"/>
                    <a:pt x="584" y="743"/>
                    <a:pt x="663" y="664"/>
                  </a:cubicBezTo>
                  <a:cubicBezTo>
                    <a:pt x="814" y="512"/>
                    <a:pt x="814" y="267"/>
                    <a:pt x="663" y="115"/>
                  </a:cubicBezTo>
                  <a:cubicBezTo>
                    <a:pt x="584" y="36"/>
                    <a:pt x="487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37"/>
            <p:cNvSpPr/>
            <p:nvPr/>
          </p:nvSpPr>
          <p:spPr>
            <a:xfrm>
              <a:off x="7410240" y="2210760"/>
              <a:ext cx="14400" cy="14400"/>
            </a:xfrm>
            <a:custGeom>
              <a:rect b="b" l="l" r="r" t="t"/>
              <a:pathLst>
                <a:path extrusionOk="0" h="779" w="815">
                  <a:moveTo>
                    <a:pt x="392" y="1"/>
                  </a:moveTo>
                  <a:cubicBezTo>
                    <a:pt x="192" y="1"/>
                    <a:pt x="1" y="156"/>
                    <a:pt x="1" y="390"/>
                  </a:cubicBezTo>
                  <a:cubicBezTo>
                    <a:pt x="1" y="623"/>
                    <a:pt x="192" y="778"/>
                    <a:pt x="392" y="778"/>
                  </a:cubicBezTo>
                  <a:cubicBezTo>
                    <a:pt x="487" y="778"/>
                    <a:pt x="584" y="743"/>
                    <a:pt x="663" y="664"/>
                  </a:cubicBezTo>
                  <a:cubicBezTo>
                    <a:pt x="815" y="512"/>
                    <a:pt x="815" y="267"/>
                    <a:pt x="663" y="115"/>
                  </a:cubicBezTo>
                  <a:cubicBezTo>
                    <a:pt x="584" y="36"/>
                    <a:pt x="487" y="1"/>
                    <a:pt x="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37"/>
            <p:cNvSpPr/>
            <p:nvPr/>
          </p:nvSpPr>
          <p:spPr>
            <a:xfrm>
              <a:off x="7410240" y="2273400"/>
              <a:ext cx="14400" cy="14400"/>
            </a:xfrm>
            <a:custGeom>
              <a:rect b="b" l="l" r="r" t="t"/>
              <a:pathLst>
                <a:path extrusionOk="0" h="778" w="816">
                  <a:moveTo>
                    <a:pt x="392" y="0"/>
                  </a:moveTo>
                  <a:cubicBezTo>
                    <a:pt x="192" y="0"/>
                    <a:pt x="1" y="155"/>
                    <a:pt x="1" y="389"/>
                  </a:cubicBezTo>
                  <a:cubicBezTo>
                    <a:pt x="1" y="623"/>
                    <a:pt x="192" y="778"/>
                    <a:pt x="392" y="778"/>
                  </a:cubicBezTo>
                  <a:cubicBezTo>
                    <a:pt x="487" y="778"/>
                    <a:pt x="584" y="742"/>
                    <a:pt x="663" y="663"/>
                  </a:cubicBezTo>
                  <a:cubicBezTo>
                    <a:pt x="816" y="512"/>
                    <a:pt x="816" y="266"/>
                    <a:pt x="663" y="114"/>
                  </a:cubicBezTo>
                  <a:cubicBezTo>
                    <a:pt x="584" y="35"/>
                    <a:pt x="487" y="0"/>
                    <a:pt x="3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7"/>
            <p:cNvSpPr/>
            <p:nvPr/>
          </p:nvSpPr>
          <p:spPr>
            <a:xfrm>
              <a:off x="7380360" y="2242080"/>
              <a:ext cx="14400" cy="14400"/>
            </a:xfrm>
            <a:custGeom>
              <a:rect b="b" l="l" r="r" t="t"/>
              <a:pathLst>
                <a:path extrusionOk="0" h="779" w="816">
                  <a:moveTo>
                    <a:pt x="391" y="1"/>
                  </a:moveTo>
                  <a:cubicBezTo>
                    <a:pt x="192" y="1"/>
                    <a:pt x="0" y="156"/>
                    <a:pt x="0" y="390"/>
                  </a:cubicBezTo>
                  <a:cubicBezTo>
                    <a:pt x="0" y="624"/>
                    <a:pt x="192" y="779"/>
                    <a:pt x="391" y="779"/>
                  </a:cubicBezTo>
                  <a:cubicBezTo>
                    <a:pt x="487" y="779"/>
                    <a:pt x="584" y="743"/>
                    <a:pt x="663" y="664"/>
                  </a:cubicBezTo>
                  <a:cubicBezTo>
                    <a:pt x="815" y="513"/>
                    <a:pt x="815" y="266"/>
                    <a:pt x="663" y="116"/>
                  </a:cubicBezTo>
                  <a:cubicBezTo>
                    <a:pt x="584" y="36"/>
                    <a:pt x="487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7"/>
            <p:cNvSpPr/>
            <p:nvPr/>
          </p:nvSpPr>
          <p:spPr>
            <a:xfrm>
              <a:off x="7248240" y="2049840"/>
              <a:ext cx="397440" cy="399240"/>
            </a:xfrm>
            <a:custGeom>
              <a:rect b="b" l="l" r="r" t="t"/>
              <a:pathLst>
                <a:path extrusionOk="0" h="19874" w="20709">
                  <a:moveTo>
                    <a:pt x="4688" y="777"/>
                  </a:moveTo>
                  <a:cubicBezTo>
                    <a:pt x="5582" y="777"/>
                    <a:pt x="6475" y="1118"/>
                    <a:pt x="7158" y="1801"/>
                  </a:cubicBezTo>
                  <a:lnTo>
                    <a:pt x="9807" y="4449"/>
                  </a:lnTo>
                  <a:lnTo>
                    <a:pt x="4867" y="9387"/>
                  </a:lnTo>
                  <a:lnTo>
                    <a:pt x="2219" y="6740"/>
                  </a:lnTo>
                  <a:cubicBezTo>
                    <a:pt x="857" y="5379"/>
                    <a:pt x="857" y="3163"/>
                    <a:pt x="2219" y="1801"/>
                  </a:cubicBezTo>
                  <a:cubicBezTo>
                    <a:pt x="2901" y="1118"/>
                    <a:pt x="3795" y="777"/>
                    <a:pt x="4688" y="777"/>
                  </a:cubicBezTo>
                  <a:close/>
                  <a:moveTo>
                    <a:pt x="16020" y="779"/>
                  </a:moveTo>
                  <a:cubicBezTo>
                    <a:pt x="16915" y="779"/>
                    <a:pt x="17809" y="1120"/>
                    <a:pt x="18490" y="1801"/>
                  </a:cubicBezTo>
                  <a:cubicBezTo>
                    <a:pt x="19855" y="3165"/>
                    <a:pt x="19855" y="5375"/>
                    <a:pt x="18490" y="6740"/>
                  </a:cubicBezTo>
                  <a:lnTo>
                    <a:pt x="15842" y="9388"/>
                  </a:lnTo>
                  <a:lnTo>
                    <a:pt x="10903" y="4449"/>
                  </a:lnTo>
                  <a:lnTo>
                    <a:pt x="13551" y="1801"/>
                  </a:lnTo>
                  <a:cubicBezTo>
                    <a:pt x="14232" y="1120"/>
                    <a:pt x="15126" y="779"/>
                    <a:pt x="16020" y="779"/>
                  </a:cubicBezTo>
                  <a:close/>
                  <a:moveTo>
                    <a:pt x="10354" y="4997"/>
                  </a:moveTo>
                  <a:lnTo>
                    <a:pt x="15294" y="9937"/>
                  </a:lnTo>
                  <a:lnTo>
                    <a:pt x="10354" y="14876"/>
                  </a:lnTo>
                  <a:lnTo>
                    <a:pt x="5416" y="9937"/>
                  </a:lnTo>
                  <a:lnTo>
                    <a:pt x="10354" y="4997"/>
                  </a:lnTo>
                  <a:close/>
                  <a:moveTo>
                    <a:pt x="4867" y="10485"/>
                  </a:moveTo>
                  <a:lnTo>
                    <a:pt x="9807" y="15425"/>
                  </a:lnTo>
                  <a:lnTo>
                    <a:pt x="7158" y="18073"/>
                  </a:lnTo>
                  <a:cubicBezTo>
                    <a:pt x="6477" y="18754"/>
                    <a:pt x="5583" y="19094"/>
                    <a:pt x="4688" y="19094"/>
                  </a:cubicBezTo>
                  <a:cubicBezTo>
                    <a:pt x="3794" y="19094"/>
                    <a:pt x="2899" y="18754"/>
                    <a:pt x="2219" y="18073"/>
                  </a:cubicBezTo>
                  <a:cubicBezTo>
                    <a:pt x="857" y="16710"/>
                    <a:pt x="857" y="14494"/>
                    <a:pt x="2219" y="13133"/>
                  </a:cubicBezTo>
                  <a:lnTo>
                    <a:pt x="4867" y="10485"/>
                  </a:lnTo>
                  <a:close/>
                  <a:moveTo>
                    <a:pt x="15842" y="10485"/>
                  </a:moveTo>
                  <a:lnTo>
                    <a:pt x="18490" y="13133"/>
                  </a:lnTo>
                  <a:cubicBezTo>
                    <a:pt x="19852" y="14494"/>
                    <a:pt x="19852" y="16710"/>
                    <a:pt x="18490" y="18073"/>
                  </a:cubicBezTo>
                  <a:cubicBezTo>
                    <a:pt x="17809" y="18754"/>
                    <a:pt x="16915" y="19094"/>
                    <a:pt x="16020" y="19094"/>
                  </a:cubicBezTo>
                  <a:cubicBezTo>
                    <a:pt x="15126" y="19094"/>
                    <a:pt x="14231" y="18754"/>
                    <a:pt x="13550" y="18073"/>
                  </a:cubicBezTo>
                  <a:lnTo>
                    <a:pt x="10902" y="15425"/>
                  </a:lnTo>
                  <a:lnTo>
                    <a:pt x="15842" y="10485"/>
                  </a:lnTo>
                  <a:close/>
                  <a:moveTo>
                    <a:pt x="4688" y="0"/>
                  </a:moveTo>
                  <a:cubicBezTo>
                    <a:pt x="3596" y="0"/>
                    <a:pt x="2503" y="417"/>
                    <a:pt x="1669" y="1252"/>
                  </a:cubicBezTo>
                  <a:cubicBezTo>
                    <a:pt x="0" y="2920"/>
                    <a:pt x="0" y="5620"/>
                    <a:pt x="1669" y="7289"/>
                  </a:cubicBezTo>
                  <a:lnTo>
                    <a:pt x="4318" y="9937"/>
                  </a:lnTo>
                  <a:lnTo>
                    <a:pt x="1669" y="12585"/>
                  </a:lnTo>
                  <a:cubicBezTo>
                    <a:pt x="1" y="14254"/>
                    <a:pt x="0" y="16954"/>
                    <a:pt x="1669" y="18622"/>
                  </a:cubicBezTo>
                  <a:cubicBezTo>
                    <a:pt x="2503" y="19456"/>
                    <a:pt x="3596" y="19873"/>
                    <a:pt x="4688" y="19873"/>
                  </a:cubicBezTo>
                  <a:cubicBezTo>
                    <a:pt x="5780" y="19873"/>
                    <a:pt x="6872" y="19456"/>
                    <a:pt x="7706" y="18622"/>
                  </a:cubicBezTo>
                  <a:lnTo>
                    <a:pt x="10354" y="15974"/>
                  </a:lnTo>
                  <a:lnTo>
                    <a:pt x="13002" y="18622"/>
                  </a:lnTo>
                  <a:cubicBezTo>
                    <a:pt x="13836" y="19456"/>
                    <a:pt x="14929" y="19873"/>
                    <a:pt x="16021" y="19873"/>
                  </a:cubicBezTo>
                  <a:cubicBezTo>
                    <a:pt x="17113" y="19873"/>
                    <a:pt x="18206" y="19456"/>
                    <a:pt x="19040" y="18622"/>
                  </a:cubicBezTo>
                  <a:cubicBezTo>
                    <a:pt x="20708" y="16954"/>
                    <a:pt x="20708" y="14254"/>
                    <a:pt x="19040" y="12585"/>
                  </a:cubicBezTo>
                  <a:lnTo>
                    <a:pt x="16392" y="9937"/>
                  </a:lnTo>
                  <a:lnTo>
                    <a:pt x="19040" y="7289"/>
                  </a:lnTo>
                  <a:cubicBezTo>
                    <a:pt x="20708" y="5621"/>
                    <a:pt x="20708" y="2920"/>
                    <a:pt x="19040" y="1252"/>
                  </a:cubicBezTo>
                  <a:cubicBezTo>
                    <a:pt x="18206" y="417"/>
                    <a:pt x="17113" y="0"/>
                    <a:pt x="16021" y="0"/>
                  </a:cubicBezTo>
                  <a:cubicBezTo>
                    <a:pt x="14929" y="0"/>
                    <a:pt x="13836" y="417"/>
                    <a:pt x="13002" y="1252"/>
                  </a:cubicBezTo>
                  <a:lnTo>
                    <a:pt x="10354" y="3900"/>
                  </a:lnTo>
                  <a:lnTo>
                    <a:pt x="7706" y="1252"/>
                  </a:lnTo>
                  <a:cubicBezTo>
                    <a:pt x="6872" y="417"/>
                    <a:pt x="5780" y="0"/>
                    <a:pt x="4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7"/>
            <p:cNvSpPr/>
            <p:nvPr/>
          </p:nvSpPr>
          <p:spPr>
            <a:xfrm>
              <a:off x="7544880" y="2121480"/>
              <a:ext cx="64440" cy="90720"/>
            </a:xfrm>
            <a:custGeom>
              <a:rect b="b" l="l" r="r" t="t"/>
              <a:pathLst>
                <a:path extrusionOk="0" h="4575" w="3420">
                  <a:moveTo>
                    <a:pt x="2917" y="1"/>
                  </a:moveTo>
                  <a:cubicBezTo>
                    <a:pt x="2900" y="1"/>
                    <a:pt x="2883" y="2"/>
                    <a:pt x="2865" y="4"/>
                  </a:cubicBezTo>
                  <a:cubicBezTo>
                    <a:pt x="2650" y="33"/>
                    <a:pt x="2499" y="234"/>
                    <a:pt x="2533" y="448"/>
                  </a:cubicBezTo>
                  <a:cubicBezTo>
                    <a:pt x="2617" y="1049"/>
                    <a:pt x="2413" y="1654"/>
                    <a:pt x="1983" y="2082"/>
                  </a:cubicBezTo>
                  <a:lnTo>
                    <a:pt x="160" y="3906"/>
                  </a:lnTo>
                  <a:cubicBezTo>
                    <a:pt x="3" y="4057"/>
                    <a:pt x="1" y="4307"/>
                    <a:pt x="153" y="4460"/>
                  </a:cubicBezTo>
                  <a:cubicBezTo>
                    <a:pt x="230" y="4536"/>
                    <a:pt x="329" y="4574"/>
                    <a:pt x="429" y="4574"/>
                  </a:cubicBezTo>
                  <a:cubicBezTo>
                    <a:pt x="531" y="4574"/>
                    <a:pt x="632" y="4534"/>
                    <a:pt x="708" y="4455"/>
                  </a:cubicBezTo>
                  <a:lnTo>
                    <a:pt x="2533" y="2631"/>
                  </a:lnTo>
                  <a:cubicBezTo>
                    <a:pt x="3134" y="2032"/>
                    <a:pt x="3419" y="1185"/>
                    <a:pt x="3302" y="345"/>
                  </a:cubicBezTo>
                  <a:cubicBezTo>
                    <a:pt x="3279" y="147"/>
                    <a:pt x="3111" y="1"/>
                    <a:pt x="29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38"/>
          <p:cNvSpPr txBox="1"/>
          <p:nvPr>
            <p:ph idx="4294967295" type="title"/>
          </p:nvPr>
        </p:nvSpPr>
        <p:spPr>
          <a:xfrm>
            <a:off x="627480" y="389520"/>
            <a:ext cx="659484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Melissa Akatuka – Scrum Master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38"/>
          <p:cNvSpPr txBox="1"/>
          <p:nvPr>
            <p:ph idx="4294967295" type="title"/>
          </p:nvPr>
        </p:nvSpPr>
        <p:spPr>
          <a:xfrm>
            <a:off x="1153440" y="204300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38"/>
          <p:cNvSpPr txBox="1"/>
          <p:nvPr>
            <p:ph idx="4294967295" type="subTitle"/>
          </p:nvPr>
        </p:nvSpPr>
        <p:spPr>
          <a:xfrm>
            <a:off x="1153440" y="239508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Integração BD para Sprint 2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38"/>
          <p:cNvSpPr txBox="1"/>
          <p:nvPr>
            <p:ph idx="4294967295" type="title"/>
          </p:nvPr>
        </p:nvSpPr>
        <p:spPr>
          <a:xfrm>
            <a:off x="3085560" y="204300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38"/>
          <p:cNvSpPr txBox="1"/>
          <p:nvPr>
            <p:ph idx="4294967295" type="subTitle"/>
          </p:nvPr>
        </p:nvSpPr>
        <p:spPr>
          <a:xfrm>
            <a:off x="3085560" y="2395080"/>
            <a:ext cx="16944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Execução dos testes de regressão da Sprint 1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38"/>
          <p:cNvSpPr txBox="1"/>
          <p:nvPr>
            <p:ph idx="4294967295" type="title"/>
          </p:nvPr>
        </p:nvSpPr>
        <p:spPr>
          <a:xfrm>
            <a:off x="4749415" y="3879913"/>
            <a:ext cx="16944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DIFICULDADES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38"/>
          <p:cNvSpPr txBox="1"/>
          <p:nvPr>
            <p:ph idx="4294967295" type="subTitle"/>
          </p:nvPr>
        </p:nvSpPr>
        <p:spPr>
          <a:xfrm>
            <a:off x="4162428" y="4208578"/>
            <a:ext cx="29913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Quantidade de casos de teste para o tempo disponível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38"/>
          <p:cNvSpPr/>
          <p:nvPr/>
        </p:nvSpPr>
        <p:spPr>
          <a:xfrm>
            <a:off x="3618720" y="125604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38"/>
          <p:cNvSpPr/>
          <p:nvPr/>
        </p:nvSpPr>
        <p:spPr>
          <a:xfrm>
            <a:off x="5282575" y="3092953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38"/>
          <p:cNvSpPr/>
          <p:nvPr/>
        </p:nvSpPr>
        <p:spPr>
          <a:xfrm>
            <a:off x="1686600" y="125604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38"/>
          <p:cNvSpPr/>
          <p:nvPr/>
        </p:nvSpPr>
        <p:spPr>
          <a:xfrm>
            <a:off x="5377975" y="3164592"/>
            <a:ext cx="437392" cy="399242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6" name="Google Shape;1246;p38"/>
          <p:cNvGrpSpPr/>
          <p:nvPr/>
        </p:nvGrpSpPr>
        <p:grpSpPr>
          <a:xfrm>
            <a:off x="3745800" y="1352520"/>
            <a:ext cx="374040" cy="374400"/>
            <a:chOff x="3745800" y="1352520"/>
            <a:chExt cx="374040" cy="374400"/>
          </a:xfrm>
        </p:grpSpPr>
        <p:sp>
          <p:nvSpPr>
            <p:cNvPr id="1247" name="Google Shape;1247;p38"/>
            <p:cNvSpPr/>
            <p:nvPr/>
          </p:nvSpPr>
          <p:spPr>
            <a:xfrm>
              <a:off x="3745800" y="1494000"/>
              <a:ext cx="374040" cy="23292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38"/>
            <p:cNvSpPr/>
            <p:nvPr/>
          </p:nvSpPr>
          <p:spPr>
            <a:xfrm>
              <a:off x="3751560" y="1352520"/>
              <a:ext cx="357480" cy="215640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9" name="Google Shape;1249;p38"/>
          <p:cNvGrpSpPr/>
          <p:nvPr/>
        </p:nvGrpSpPr>
        <p:grpSpPr>
          <a:xfrm>
            <a:off x="1843200" y="1413360"/>
            <a:ext cx="314640" cy="313560"/>
            <a:chOff x="1843200" y="1413360"/>
            <a:chExt cx="314640" cy="313560"/>
          </a:xfrm>
        </p:grpSpPr>
        <p:sp>
          <p:nvSpPr>
            <p:cNvPr id="1250" name="Google Shape;1250;p38"/>
            <p:cNvSpPr/>
            <p:nvPr/>
          </p:nvSpPr>
          <p:spPr>
            <a:xfrm>
              <a:off x="1843200" y="1413360"/>
              <a:ext cx="314640" cy="313560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8"/>
            <p:cNvSpPr/>
            <p:nvPr/>
          </p:nvSpPr>
          <p:spPr>
            <a:xfrm>
              <a:off x="1948320" y="1434240"/>
              <a:ext cx="188640" cy="179640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8"/>
            <p:cNvSpPr/>
            <p:nvPr/>
          </p:nvSpPr>
          <p:spPr>
            <a:xfrm>
              <a:off x="2004480" y="1468440"/>
              <a:ext cx="84600" cy="103680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8"/>
            <p:cNvSpPr/>
            <p:nvPr/>
          </p:nvSpPr>
          <p:spPr>
            <a:xfrm>
              <a:off x="2053440" y="1530720"/>
              <a:ext cx="103320" cy="102600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4" name="Google Shape;1254;p38"/>
          <p:cNvSpPr/>
          <p:nvPr/>
        </p:nvSpPr>
        <p:spPr>
          <a:xfrm>
            <a:off x="916560" y="961920"/>
            <a:ext cx="606024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5" name="Google Shape;1255;p38"/>
          <p:cNvSpPr txBox="1"/>
          <p:nvPr>
            <p:ph idx="4294967295" type="title"/>
          </p:nvPr>
        </p:nvSpPr>
        <p:spPr>
          <a:xfrm>
            <a:off x="5034240" y="199332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3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38"/>
          <p:cNvSpPr txBox="1"/>
          <p:nvPr>
            <p:ph idx="4294967295" type="subTitle"/>
          </p:nvPr>
        </p:nvSpPr>
        <p:spPr>
          <a:xfrm>
            <a:off x="4976199" y="2395013"/>
            <a:ext cx="18099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Projeção dos testes para Sprint 2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38"/>
          <p:cNvSpPr/>
          <p:nvPr/>
        </p:nvSpPr>
        <p:spPr>
          <a:xfrm>
            <a:off x="5567040" y="12063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8" name="Google Shape;1258;p38"/>
          <p:cNvGrpSpPr/>
          <p:nvPr/>
        </p:nvGrpSpPr>
        <p:grpSpPr>
          <a:xfrm>
            <a:off x="5724000" y="1364040"/>
            <a:ext cx="314640" cy="313560"/>
            <a:chOff x="5724000" y="1364040"/>
            <a:chExt cx="314640" cy="313560"/>
          </a:xfrm>
        </p:grpSpPr>
        <p:sp>
          <p:nvSpPr>
            <p:cNvPr id="1259" name="Google Shape;1259;p38"/>
            <p:cNvSpPr/>
            <p:nvPr/>
          </p:nvSpPr>
          <p:spPr>
            <a:xfrm>
              <a:off x="5724000" y="1364040"/>
              <a:ext cx="314640" cy="313560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8"/>
            <p:cNvSpPr/>
            <p:nvPr/>
          </p:nvSpPr>
          <p:spPr>
            <a:xfrm>
              <a:off x="5829120" y="1384920"/>
              <a:ext cx="188640" cy="179640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38"/>
            <p:cNvSpPr/>
            <p:nvPr/>
          </p:nvSpPr>
          <p:spPr>
            <a:xfrm>
              <a:off x="5884920" y="1418760"/>
              <a:ext cx="84600" cy="103680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8"/>
            <p:cNvSpPr/>
            <p:nvPr/>
          </p:nvSpPr>
          <p:spPr>
            <a:xfrm>
              <a:off x="5934240" y="1481400"/>
              <a:ext cx="103320" cy="102600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3" name="Google Shape;1263;p38"/>
          <p:cNvSpPr txBox="1"/>
          <p:nvPr>
            <p:ph idx="4294967295" type="title"/>
          </p:nvPr>
        </p:nvSpPr>
        <p:spPr>
          <a:xfrm>
            <a:off x="1686595" y="3879560"/>
            <a:ext cx="16944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4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38"/>
          <p:cNvSpPr txBox="1"/>
          <p:nvPr>
            <p:ph idx="4294967295" type="subTitle"/>
          </p:nvPr>
        </p:nvSpPr>
        <p:spPr>
          <a:xfrm>
            <a:off x="1686955" y="4231640"/>
            <a:ext cx="17964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Criação do Backlog da Sprint 2 no Kanboard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38"/>
          <p:cNvSpPr/>
          <p:nvPr/>
        </p:nvSpPr>
        <p:spPr>
          <a:xfrm>
            <a:off x="2219755" y="30929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6" name="Google Shape;1266;p38"/>
          <p:cNvGrpSpPr/>
          <p:nvPr/>
        </p:nvGrpSpPr>
        <p:grpSpPr>
          <a:xfrm>
            <a:off x="2335315" y="3207440"/>
            <a:ext cx="397457" cy="399219"/>
            <a:chOff x="7248240" y="2049840"/>
            <a:chExt cx="397457" cy="399219"/>
          </a:xfrm>
        </p:grpSpPr>
        <p:sp>
          <p:nvSpPr>
            <p:cNvPr id="1267" name="Google Shape;1267;p38"/>
            <p:cNvSpPr/>
            <p:nvPr/>
          </p:nvSpPr>
          <p:spPr>
            <a:xfrm>
              <a:off x="7583400" y="2092320"/>
              <a:ext cx="14400" cy="14401"/>
            </a:xfrm>
            <a:custGeom>
              <a:rect b="b" l="l" r="r" t="t"/>
              <a:pathLst>
                <a:path extrusionOk="0" h="780" w="814">
                  <a:moveTo>
                    <a:pt x="391" y="1"/>
                  </a:moveTo>
                  <a:cubicBezTo>
                    <a:pt x="191" y="1"/>
                    <a:pt x="0" y="156"/>
                    <a:pt x="0" y="390"/>
                  </a:cubicBezTo>
                  <a:cubicBezTo>
                    <a:pt x="0" y="624"/>
                    <a:pt x="191" y="779"/>
                    <a:pt x="390" y="779"/>
                  </a:cubicBezTo>
                  <a:cubicBezTo>
                    <a:pt x="486" y="779"/>
                    <a:pt x="583" y="744"/>
                    <a:pt x="662" y="664"/>
                  </a:cubicBezTo>
                  <a:cubicBezTo>
                    <a:pt x="814" y="514"/>
                    <a:pt x="814" y="267"/>
                    <a:pt x="662" y="115"/>
                  </a:cubicBezTo>
                  <a:cubicBezTo>
                    <a:pt x="583" y="36"/>
                    <a:pt x="486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8"/>
            <p:cNvSpPr/>
            <p:nvPr/>
          </p:nvSpPr>
          <p:spPr>
            <a:xfrm>
              <a:off x="7499880" y="2242080"/>
              <a:ext cx="14399" cy="14401"/>
            </a:xfrm>
            <a:custGeom>
              <a:rect b="b" l="l" r="r" t="t"/>
              <a:pathLst>
                <a:path extrusionOk="0" h="778" w="815">
                  <a:moveTo>
                    <a:pt x="391" y="0"/>
                  </a:moveTo>
                  <a:cubicBezTo>
                    <a:pt x="192" y="0"/>
                    <a:pt x="1" y="155"/>
                    <a:pt x="1" y="389"/>
                  </a:cubicBezTo>
                  <a:cubicBezTo>
                    <a:pt x="1" y="623"/>
                    <a:pt x="192" y="777"/>
                    <a:pt x="391" y="777"/>
                  </a:cubicBezTo>
                  <a:cubicBezTo>
                    <a:pt x="486" y="777"/>
                    <a:pt x="584" y="742"/>
                    <a:pt x="663" y="663"/>
                  </a:cubicBezTo>
                  <a:cubicBezTo>
                    <a:pt x="815" y="512"/>
                    <a:pt x="815" y="265"/>
                    <a:pt x="663" y="115"/>
                  </a:cubicBezTo>
                  <a:cubicBezTo>
                    <a:pt x="584" y="36"/>
                    <a:pt x="486" y="0"/>
                    <a:pt x="3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8"/>
            <p:cNvSpPr/>
            <p:nvPr/>
          </p:nvSpPr>
          <p:spPr>
            <a:xfrm>
              <a:off x="7470000" y="2210760"/>
              <a:ext cx="14399" cy="14400"/>
            </a:xfrm>
            <a:custGeom>
              <a:rect b="b" l="l" r="r" t="t"/>
              <a:pathLst>
                <a:path extrusionOk="0" h="779" w="815">
                  <a:moveTo>
                    <a:pt x="391" y="1"/>
                  </a:moveTo>
                  <a:cubicBezTo>
                    <a:pt x="192" y="1"/>
                    <a:pt x="0" y="156"/>
                    <a:pt x="0" y="390"/>
                  </a:cubicBezTo>
                  <a:cubicBezTo>
                    <a:pt x="0" y="623"/>
                    <a:pt x="192" y="778"/>
                    <a:pt x="391" y="778"/>
                  </a:cubicBezTo>
                  <a:cubicBezTo>
                    <a:pt x="486" y="778"/>
                    <a:pt x="583" y="743"/>
                    <a:pt x="662" y="664"/>
                  </a:cubicBezTo>
                  <a:cubicBezTo>
                    <a:pt x="814" y="512"/>
                    <a:pt x="814" y="267"/>
                    <a:pt x="662" y="115"/>
                  </a:cubicBezTo>
                  <a:cubicBezTo>
                    <a:pt x="583" y="36"/>
                    <a:pt x="486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38"/>
            <p:cNvSpPr/>
            <p:nvPr/>
          </p:nvSpPr>
          <p:spPr>
            <a:xfrm>
              <a:off x="7470000" y="2273400"/>
              <a:ext cx="14400" cy="14401"/>
            </a:xfrm>
            <a:custGeom>
              <a:rect b="b" l="l" r="r" t="t"/>
              <a:pathLst>
                <a:path extrusionOk="0" h="778" w="816">
                  <a:moveTo>
                    <a:pt x="392" y="0"/>
                  </a:moveTo>
                  <a:cubicBezTo>
                    <a:pt x="192" y="0"/>
                    <a:pt x="0" y="155"/>
                    <a:pt x="0" y="389"/>
                  </a:cubicBezTo>
                  <a:cubicBezTo>
                    <a:pt x="0" y="623"/>
                    <a:pt x="192" y="778"/>
                    <a:pt x="392" y="778"/>
                  </a:cubicBezTo>
                  <a:cubicBezTo>
                    <a:pt x="487" y="778"/>
                    <a:pt x="584" y="742"/>
                    <a:pt x="663" y="663"/>
                  </a:cubicBezTo>
                  <a:cubicBezTo>
                    <a:pt x="815" y="512"/>
                    <a:pt x="815" y="266"/>
                    <a:pt x="663" y="114"/>
                  </a:cubicBezTo>
                  <a:cubicBezTo>
                    <a:pt x="584" y="35"/>
                    <a:pt x="487" y="0"/>
                    <a:pt x="3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8"/>
            <p:cNvSpPr/>
            <p:nvPr/>
          </p:nvSpPr>
          <p:spPr>
            <a:xfrm>
              <a:off x="7440120" y="2179440"/>
              <a:ext cx="14399" cy="14401"/>
            </a:xfrm>
            <a:custGeom>
              <a:rect b="b" l="l" r="r" t="t"/>
              <a:pathLst>
                <a:path extrusionOk="0" h="778" w="815">
                  <a:moveTo>
                    <a:pt x="391" y="0"/>
                  </a:moveTo>
                  <a:cubicBezTo>
                    <a:pt x="192" y="0"/>
                    <a:pt x="1" y="155"/>
                    <a:pt x="1" y="389"/>
                  </a:cubicBezTo>
                  <a:cubicBezTo>
                    <a:pt x="1" y="623"/>
                    <a:pt x="192" y="778"/>
                    <a:pt x="391" y="778"/>
                  </a:cubicBezTo>
                  <a:cubicBezTo>
                    <a:pt x="487" y="778"/>
                    <a:pt x="584" y="742"/>
                    <a:pt x="663" y="663"/>
                  </a:cubicBezTo>
                  <a:cubicBezTo>
                    <a:pt x="814" y="512"/>
                    <a:pt x="814" y="266"/>
                    <a:pt x="663" y="114"/>
                  </a:cubicBezTo>
                  <a:cubicBezTo>
                    <a:pt x="584" y="35"/>
                    <a:pt x="487" y="0"/>
                    <a:pt x="3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8"/>
            <p:cNvSpPr/>
            <p:nvPr/>
          </p:nvSpPr>
          <p:spPr>
            <a:xfrm>
              <a:off x="7440120" y="2242080"/>
              <a:ext cx="14399" cy="14401"/>
            </a:xfrm>
            <a:custGeom>
              <a:rect b="b" l="l" r="r" t="t"/>
              <a:pathLst>
                <a:path extrusionOk="0" h="778" w="815">
                  <a:moveTo>
                    <a:pt x="391" y="0"/>
                  </a:moveTo>
                  <a:cubicBezTo>
                    <a:pt x="192" y="0"/>
                    <a:pt x="1" y="155"/>
                    <a:pt x="1" y="389"/>
                  </a:cubicBezTo>
                  <a:cubicBezTo>
                    <a:pt x="1" y="623"/>
                    <a:pt x="191" y="777"/>
                    <a:pt x="391" y="777"/>
                  </a:cubicBezTo>
                  <a:cubicBezTo>
                    <a:pt x="486" y="777"/>
                    <a:pt x="583" y="742"/>
                    <a:pt x="663" y="663"/>
                  </a:cubicBezTo>
                  <a:cubicBezTo>
                    <a:pt x="814" y="512"/>
                    <a:pt x="814" y="265"/>
                    <a:pt x="663" y="115"/>
                  </a:cubicBezTo>
                  <a:cubicBezTo>
                    <a:pt x="584" y="36"/>
                    <a:pt x="486" y="0"/>
                    <a:pt x="3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8"/>
            <p:cNvSpPr/>
            <p:nvPr/>
          </p:nvSpPr>
          <p:spPr>
            <a:xfrm>
              <a:off x="7440120" y="2304720"/>
              <a:ext cx="14399" cy="14400"/>
            </a:xfrm>
            <a:custGeom>
              <a:rect b="b" l="l" r="r" t="t"/>
              <a:pathLst>
                <a:path extrusionOk="0" h="779" w="815">
                  <a:moveTo>
                    <a:pt x="391" y="1"/>
                  </a:moveTo>
                  <a:cubicBezTo>
                    <a:pt x="192" y="1"/>
                    <a:pt x="1" y="156"/>
                    <a:pt x="1" y="390"/>
                  </a:cubicBezTo>
                  <a:cubicBezTo>
                    <a:pt x="1" y="623"/>
                    <a:pt x="192" y="778"/>
                    <a:pt x="391" y="778"/>
                  </a:cubicBezTo>
                  <a:cubicBezTo>
                    <a:pt x="487" y="778"/>
                    <a:pt x="584" y="743"/>
                    <a:pt x="663" y="664"/>
                  </a:cubicBezTo>
                  <a:cubicBezTo>
                    <a:pt x="814" y="512"/>
                    <a:pt x="814" y="267"/>
                    <a:pt x="663" y="115"/>
                  </a:cubicBezTo>
                  <a:cubicBezTo>
                    <a:pt x="584" y="36"/>
                    <a:pt x="487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8"/>
            <p:cNvSpPr/>
            <p:nvPr/>
          </p:nvSpPr>
          <p:spPr>
            <a:xfrm>
              <a:off x="7410240" y="2210760"/>
              <a:ext cx="14399" cy="14400"/>
            </a:xfrm>
            <a:custGeom>
              <a:rect b="b" l="l" r="r" t="t"/>
              <a:pathLst>
                <a:path extrusionOk="0" h="779" w="815">
                  <a:moveTo>
                    <a:pt x="392" y="1"/>
                  </a:moveTo>
                  <a:cubicBezTo>
                    <a:pt x="192" y="1"/>
                    <a:pt x="1" y="156"/>
                    <a:pt x="1" y="390"/>
                  </a:cubicBezTo>
                  <a:cubicBezTo>
                    <a:pt x="1" y="623"/>
                    <a:pt x="192" y="778"/>
                    <a:pt x="392" y="778"/>
                  </a:cubicBezTo>
                  <a:cubicBezTo>
                    <a:pt x="487" y="778"/>
                    <a:pt x="584" y="743"/>
                    <a:pt x="663" y="664"/>
                  </a:cubicBezTo>
                  <a:cubicBezTo>
                    <a:pt x="815" y="512"/>
                    <a:pt x="815" y="267"/>
                    <a:pt x="663" y="115"/>
                  </a:cubicBezTo>
                  <a:cubicBezTo>
                    <a:pt x="584" y="36"/>
                    <a:pt x="487" y="1"/>
                    <a:pt x="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8"/>
            <p:cNvSpPr/>
            <p:nvPr/>
          </p:nvSpPr>
          <p:spPr>
            <a:xfrm>
              <a:off x="7410240" y="2273400"/>
              <a:ext cx="14400" cy="14401"/>
            </a:xfrm>
            <a:custGeom>
              <a:rect b="b" l="l" r="r" t="t"/>
              <a:pathLst>
                <a:path extrusionOk="0" h="778" w="816">
                  <a:moveTo>
                    <a:pt x="392" y="0"/>
                  </a:moveTo>
                  <a:cubicBezTo>
                    <a:pt x="192" y="0"/>
                    <a:pt x="1" y="155"/>
                    <a:pt x="1" y="389"/>
                  </a:cubicBezTo>
                  <a:cubicBezTo>
                    <a:pt x="1" y="623"/>
                    <a:pt x="192" y="778"/>
                    <a:pt x="392" y="778"/>
                  </a:cubicBezTo>
                  <a:cubicBezTo>
                    <a:pt x="487" y="778"/>
                    <a:pt x="584" y="742"/>
                    <a:pt x="663" y="663"/>
                  </a:cubicBezTo>
                  <a:cubicBezTo>
                    <a:pt x="816" y="512"/>
                    <a:pt x="816" y="266"/>
                    <a:pt x="663" y="114"/>
                  </a:cubicBezTo>
                  <a:cubicBezTo>
                    <a:pt x="584" y="35"/>
                    <a:pt x="487" y="0"/>
                    <a:pt x="3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8"/>
            <p:cNvSpPr/>
            <p:nvPr/>
          </p:nvSpPr>
          <p:spPr>
            <a:xfrm>
              <a:off x="7380360" y="2242080"/>
              <a:ext cx="14400" cy="14400"/>
            </a:xfrm>
            <a:custGeom>
              <a:rect b="b" l="l" r="r" t="t"/>
              <a:pathLst>
                <a:path extrusionOk="0" h="779" w="816">
                  <a:moveTo>
                    <a:pt x="391" y="1"/>
                  </a:moveTo>
                  <a:cubicBezTo>
                    <a:pt x="192" y="1"/>
                    <a:pt x="0" y="156"/>
                    <a:pt x="0" y="390"/>
                  </a:cubicBezTo>
                  <a:cubicBezTo>
                    <a:pt x="0" y="624"/>
                    <a:pt x="192" y="779"/>
                    <a:pt x="391" y="779"/>
                  </a:cubicBezTo>
                  <a:cubicBezTo>
                    <a:pt x="487" y="779"/>
                    <a:pt x="584" y="743"/>
                    <a:pt x="663" y="664"/>
                  </a:cubicBezTo>
                  <a:cubicBezTo>
                    <a:pt x="815" y="513"/>
                    <a:pt x="815" y="266"/>
                    <a:pt x="663" y="116"/>
                  </a:cubicBezTo>
                  <a:cubicBezTo>
                    <a:pt x="584" y="36"/>
                    <a:pt x="487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8"/>
            <p:cNvSpPr/>
            <p:nvPr/>
          </p:nvSpPr>
          <p:spPr>
            <a:xfrm>
              <a:off x="7248240" y="2049840"/>
              <a:ext cx="397457" cy="399219"/>
            </a:xfrm>
            <a:custGeom>
              <a:rect b="b" l="l" r="r" t="t"/>
              <a:pathLst>
                <a:path extrusionOk="0" h="19874" w="20709">
                  <a:moveTo>
                    <a:pt x="4688" y="777"/>
                  </a:moveTo>
                  <a:cubicBezTo>
                    <a:pt x="5582" y="777"/>
                    <a:pt x="6475" y="1118"/>
                    <a:pt x="7158" y="1801"/>
                  </a:cubicBezTo>
                  <a:lnTo>
                    <a:pt x="9807" y="4449"/>
                  </a:lnTo>
                  <a:lnTo>
                    <a:pt x="4867" y="9387"/>
                  </a:lnTo>
                  <a:lnTo>
                    <a:pt x="2219" y="6740"/>
                  </a:lnTo>
                  <a:cubicBezTo>
                    <a:pt x="857" y="5379"/>
                    <a:pt x="857" y="3163"/>
                    <a:pt x="2219" y="1801"/>
                  </a:cubicBezTo>
                  <a:cubicBezTo>
                    <a:pt x="2901" y="1118"/>
                    <a:pt x="3795" y="777"/>
                    <a:pt x="4688" y="777"/>
                  </a:cubicBezTo>
                  <a:close/>
                  <a:moveTo>
                    <a:pt x="16020" y="779"/>
                  </a:moveTo>
                  <a:cubicBezTo>
                    <a:pt x="16915" y="779"/>
                    <a:pt x="17809" y="1120"/>
                    <a:pt x="18490" y="1801"/>
                  </a:cubicBezTo>
                  <a:cubicBezTo>
                    <a:pt x="19855" y="3165"/>
                    <a:pt x="19855" y="5375"/>
                    <a:pt x="18490" y="6740"/>
                  </a:cubicBezTo>
                  <a:lnTo>
                    <a:pt x="15842" y="9388"/>
                  </a:lnTo>
                  <a:lnTo>
                    <a:pt x="10903" y="4449"/>
                  </a:lnTo>
                  <a:lnTo>
                    <a:pt x="13551" y="1801"/>
                  </a:lnTo>
                  <a:cubicBezTo>
                    <a:pt x="14232" y="1120"/>
                    <a:pt x="15126" y="779"/>
                    <a:pt x="16020" y="779"/>
                  </a:cubicBezTo>
                  <a:close/>
                  <a:moveTo>
                    <a:pt x="10354" y="4997"/>
                  </a:moveTo>
                  <a:lnTo>
                    <a:pt x="15294" y="9937"/>
                  </a:lnTo>
                  <a:lnTo>
                    <a:pt x="10354" y="14876"/>
                  </a:lnTo>
                  <a:lnTo>
                    <a:pt x="5416" y="9937"/>
                  </a:lnTo>
                  <a:lnTo>
                    <a:pt x="10354" y="4997"/>
                  </a:lnTo>
                  <a:close/>
                  <a:moveTo>
                    <a:pt x="4867" y="10485"/>
                  </a:moveTo>
                  <a:lnTo>
                    <a:pt x="9807" y="15425"/>
                  </a:lnTo>
                  <a:lnTo>
                    <a:pt x="7158" y="18073"/>
                  </a:lnTo>
                  <a:cubicBezTo>
                    <a:pt x="6477" y="18754"/>
                    <a:pt x="5583" y="19094"/>
                    <a:pt x="4688" y="19094"/>
                  </a:cubicBezTo>
                  <a:cubicBezTo>
                    <a:pt x="3794" y="19094"/>
                    <a:pt x="2899" y="18754"/>
                    <a:pt x="2219" y="18073"/>
                  </a:cubicBezTo>
                  <a:cubicBezTo>
                    <a:pt x="857" y="16710"/>
                    <a:pt x="857" y="14494"/>
                    <a:pt x="2219" y="13133"/>
                  </a:cubicBezTo>
                  <a:lnTo>
                    <a:pt x="4867" y="10485"/>
                  </a:lnTo>
                  <a:close/>
                  <a:moveTo>
                    <a:pt x="15842" y="10485"/>
                  </a:moveTo>
                  <a:lnTo>
                    <a:pt x="18490" y="13133"/>
                  </a:lnTo>
                  <a:cubicBezTo>
                    <a:pt x="19852" y="14494"/>
                    <a:pt x="19852" y="16710"/>
                    <a:pt x="18490" y="18073"/>
                  </a:cubicBezTo>
                  <a:cubicBezTo>
                    <a:pt x="17809" y="18754"/>
                    <a:pt x="16915" y="19094"/>
                    <a:pt x="16020" y="19094"/>
                  </a:cubicBezTo>
                  <a:cubicBezTo>
                    <a:pt x="15126" y="19094"/>
                    <a:pt x="14231" y="18754"/>
                    <a:pt x="13550" y="18073"/>
                  </a:cubicBezTo>
                  <a:lnTo>
                    <a:pt x="10902" y="15425"/>
                  </a:lnTo>
                  <a:lnTo>
                    <a:pt x="15842" y="10485"/>
                  </a:lnTo>
                  <a:close/>
                  <a:moveTo>
                    <a:pt x="4688" y="0"/>
                  </a:moveTo>
                  <a:cubicBezTo>
                    <a:pt x="3596" y="0"/>
                    <a:pt x="2503" y="417"/>
                    <a:pt x="1669" y="1252"/>
                  </a:cubicBezTo>
                  <a:cubicBezTo>
                    <a:pt x="0" y="2920"/>
                    <a:pt x="0" y="5620"/>
                    <a:pt x="1669" y="7289"/>
                  </a:cubicBezTo>
                  <a:lnTo>
                    <a:pt x="4318" y="9937"/>
                  </a:lnTo>
                  <a:lnTo>
                    <a:pt x="1669" y="12585"/>
                  </a:lnTo>
                  <a:cubicBezTo>
                    <a:pt x="1" y="14254"/>
                    <a:pt x="0" y="16954"/>
                    <a:pt x="1669" y="18622"/>
                  </a:cubicBezTo>
                  <a:cubicBezTo>
                    <a:pt x="2503" y="19456"/>
                    <a:pt x="3596" y="19873"/>
                    <a:pt x="4688" y="19873"/>
                  </a:cubicBezTo>
                  <a:cubicBezTo>
                    <a:pt x="5780" y="19873"/>
                    <a:pt x="6872" y="19456"/>
                    <a:pt x="7706" y="18622"/>
                  </a:cubicBezTo>
                  <a:lnTo>
                    <a:pt x="10354" y="15974"/>
                  </a:lnTo>
                  <a:lnTo>
                    <a:pt x="13002" y="18622"/>
                  </a:lnTo>
                  <a:cubicBezTo>
                    <a:pt x="13836" y="19456"/>
                    <a:pt x="14929" y="19873"/>
                    <a:pt x="16021" y="19873"/>
                  </a:cubicBezTo>
                  <a:cubicBezTo>
                    <a:pt x="17113" y="19873"/>
                    <a:pt x="18206" y="19456"/>
                    <a:pt x="19040" y="18622"/>
                  </a:cubicBezTo>
                  <a:cubicBezTo>
                    <a:pt x="20708" y="16954"/>
                    <a:pt x="20708" y="14254"/>
                    <a:pt x="19040" y="12585"/>
                  </a:cubicBezTo>
                  <a:lnTo>
                    <a:pt x="16392" y="9937"/>
                  </a:lnTo>
                  <a:lnTo>
                    <a:pt x="19040" y="7289"/>
                  </a:lnTo>
                  <a:cubicBezTo>
                    <a:pt x="20708" y="5621"/>
                    <a:pt x="20708" y="2920"/>
                    <a:pt x="19040" y="1252"/>
                  </a:cubicBezTo>
                  <a:cubicBezTo>
                    <a:pt x="18206" y="417"/>
                    <a:pt x="17113" y="0"/>
                    <a:pt x="16021" y="0"/>
                  </a:cubicBezTo>
                  <a:cubicBezTo>
                    <a:pt x="14929" y="0"/>
                    <a:pt x="13836" y="417"/>
                    <a:pt x="13002" y="1252"/>
                  </a:cubicBezTo>
                  <a:lnTo>
                    <a:pt x="10354" y="3900"/>
                  </a:lnTo>
                  <a:lnTo>
                    <a:pt x="7706" y="1252"/>
                  </a:lnTo>
                  <a:cubicBezTo>
                    <a:pt x="6872" y="417"/>
                    <a:pt x="5780" y="0"/>
                    <a:pt x="4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8"/>
            <p:cNvSpPr/>
            <p:nvPr/>
          </p:nvSpPr>
          <p:spPr>
            <a:xfrm>
              <a:off x="7544880" y="2121480"/>
              <a:ext cx="64441" cy="90722"/>
            </a:xfrm>
            <a:custGeom>
              <a:rect b="b" l="l" r="r" t="t"/>
              <a:pathLst>
                <a:path extrusionOk="0" h="4575" w="3420">
                  <a:moveTo>
                    <a:pt x="2917" y="1"/>
                  </a:moveTo>
                  <a:cubicBezTo>
                    <a:pt x="2900" y="1"/>
                    <a:pt x="2883" y="2"/>
                    <a:pt x="2865" y="4"/>
                  </a:cubicBezTo>
                  <a:cubicBezTo>
                    <a:pt x="2650" y="33"/>
                    <a:pt x="2499" y="234"/>
                    <a:pt x="2533" y="448"/>
                  </a:cubicBezTo>
                  <a:cubicBezTo>
                    <a:pt x="2617" y="1049"/>
                    <a:pt x="2413" y="1654"/>
                    <a:pt x="1983" y="2082"/>
                  </a:cubicBezTo>
                  <a:lnTo>
                    <a:pt x="160" y="3906"/>
                  </a:lnTo>
                  <a:cubicBezTo>
                    <a:pt x="3" y="4057"/>
                    <a:pt x="1" y="4307"/>
                    <a:pt x="153" y="4460"/>
                  </a:cubicBezTo>
                  <a:cubicBezTo>
                    <a:pt x="230" y="4536"/>
                    <a:pt x="329" y="4574"/>
                    <a:pt x="429" y="4574"/>
                  </a:cubicBezTo>
                  <a:cubicBezTo>
                    <a:pt x="531" y="4574"/>
                    <a:pt x="632" y="4534"/>
                    <a:pt x="708" y="4455"/>
                  </a:cubicBezTo>
                  <a:lnTo>
                    <a:pt x="2533" y="2631"/>
                  </a:lnTo>
                  <a:cubicBezTo>
                    <a:pt x="3134" y="2032"/>
                    <a:pt x="3419" y="1185"/>
                    <a:pt x="3302" y="345"/>
                  </a:cubicBezTo>
                  <a:cubicBezTo>
                    <a:pt x="3279" y="147"/>
                    <a:pt x="3111" y="1"/>
                    <a:pt x="29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39"/>
          <p:cNvSpPr txBox="1"/>
          <p:nvPr>
            <p:ph idx="4294967295"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Sarah Godoy – Analista / Testador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39"/>
          <p:cNvSpPr txBox="1"/>
          <p:nvPr>
            <p:ph idx="4294967295" type="title"/>
          </p:nvPr>
        </p:nvSpPr>
        <p:spPr>
          <a:xfrm>
            <a:off x="756360" y="270936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39"/>
          <p:cNvSpPr txBox="1"/>
          <p:nvPr>
            <p:ph idx="4294967295" type="title"/>
          </p:nvPr>
        </p:nvSpPr>
        <p:spPr>
          <a:xfrm>
            <a:off x="2673360" y="270936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39"/>
          <p:cNvSpPr txBox="1"/>
          <p:nvPr>
            <p:ph idx="4294967295" type="subTitle"/>
          </p:nvPr>
        </p:nvSpPr>
        <p:spPr>
          <a:xfrm>
            <a:off x="2673360" y="306108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Ajustes e criação de tarefas no kanboard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39"/>
          <p:cNvSpPr txBox="1"/>
          <p:nvPr>
            <p:ph idx="4294967295" type="title"/>
          </p:nvPr>
        </p:nvSpPr>
        <p:spPr>
          <a:xfrm>
            <a:off x="4590720" y="270936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3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39"/>
          <p:cNvSpPr txBox="1"/>
          <p:nvPr>
            <p:ph idx="4294967295" type="subTitle"/>
          </p:nvPr>
        </p:nvSpPr>
        <p:spPr>
          <a:xfrm>
            <a:off x="4590720" y="306108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Estudos de ferramentas de integração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39"/>
          <p:cNvSpPr txBox="1"/>
          <p:nvPr>
            <p:ph idx="4294967295" type="title"/>
          </p:nvPr>
        </p:nvSpPr>
        <p:spPr>
          <a:xfrm>
            <a:off x="6507720" y="270936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DIFICULDADES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39"/>
          <p:cNvSpPr txBox="1"/>
          <p:nvPr>
            <p:ph idx="4294967295" type="subTitle"/>
          </p:nvPr>
        </p:nvSpPr>
        <p:spPr>
          <a:xfrm>
            <a:off x="6507720" y="306108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Comunicação e ociosidade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39"/>
          <p:cNvSpPr/>
          <p:nvPr/>
        </p:nvSpPr>
        <p:spPr>
          <a:xfrm>
            <a:off x="3206520" y="192240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39"/>
          <p:cNvSpPr/>
          <p:nvPr/>
        </p:nvSpPr>
        <p:spPr>
          <a:xfrm>
            <a:off x="5108040" y="192240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39"/>
          <p:cNvSpPr/>
          <p:nvPr/>
        </p:nvSpPr>
        <p:spPr>
          <a:xfrm>
            <a:off x="7040880" y="192240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4" name="Google Shape;1294;p39"/>
          <p:cNvGrpSpPr/>
          <p:nvPr/>
        </p:nvGrpSpPr>
        <p:grpSpPr>
          <a:xfrm>
            <a:off x="5239080" y="2039760"/>
            <a:ext cx="397800" cy="353520"/>
            <a:chOff x="5239080" y="2039760"/>
            <a:chExt cx="397800" cy="353520"/>
          </a:xfrm>
        </p:grpSpPr>
        <p:sp>
          <p:nvSpPr>
            <p:cNvPr id="1295" name="Google Shape;1295;p39"/>
            <p:cNvSpPr/>
            <p:nvPr/>
          </p:nvSpPr>
          <p:spPr>
            <a:xfrm>
              <a:off x="5283360" y="2220480"/>
              <a:ext cx="48600" cy="16560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39"/>
            <p:cNvSpPr/>
            <p:nvPr/>
          </p:nvSpPr>
          <p:spPr>
            <a:xfrm>
              <a:off x="5264640" y="2338920"/>
              <a:ext cx="10800" cy="54360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39"/>
            <p:cNvSpPr/>
            <p:nvPr/>
          </p:nvSpPr>
          <p:spPr>
            <a:xfrm>
              <a:off x="5239080" y="2189160"/>
              <a:ext cx="230400" cy="203760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39"/>
            <p:cNvSpPr/>
            <p:nvPr/>
          </p:nvSpPr>
          <p:spPr>
            <a:xfrm>
              <a:off x="5401800" y="2039760"/>
              <a:ext cx="235080" cy="197640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9"/>
            <p:cNvSpPr/>
            <p:nvPr/>
          </p:nvSpPr>
          <p:spPr>
            <a:xfrm>
              <a:off x="5432400" y="2077200"/>
              <a:ext cx="173160" cy="110520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0" name="Google Shape;1300;p39"/>
          <p:cNvSpPr/>
          <p:nvPr/>
        </p:nvSpPr>
        <p:spPr>
          <a:xfrm>
            <a:off x="1289520" y="192240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39"/>
          <p:cNvSpPr/>
          <p:nvPr/>
        </p:nvSpPr>
        <p:spPr>
          <a:xfrm>
            <a:off x="7136280" y="1994040"/>
            <a:ext cx="437400" cy="399240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2" name="Google Shape;1302;p39"/>
          <p:cNvGrpSpPr/>
          <p:nvPr/>
        </p:nvGrpSpPr>
        <p:grpSpPr>
          <a:xfrm>
            <a:off x="3333960" y="2018880"/>
            <a:ext cx="374040" cy="374400"/>
            <a:chOff x="3333960" y="2018880"/>
            <a:chExt cx="374040" cy="374400"/>
          </a:xfrm>
        </p:grpSpPr>
        <p:sp>
          <p:nvSpPr>
            <p:cNvPr id="1303" name="Google Shape;1303;p39"/>
            <p:cNvSpPr/>
            <p:nvPr/>
          </p:nvSpPr>
          <p:spPr>
            <a:xfrm>
              <a:off x="3333960" y="2160360"/>
              <a:ext cx="374040" cy="23292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9"/>
            <p:cNvSpPr/>
            <p:nvPr/>
          </p:nvSpPr>
          <p:spPr>
            <a:xfrm>
              <a:off x="3339360" y="2018880"/>
              <a:ext cx="357480" cy="215640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39"/>
          <p:cNvGrpSpPr/>
          <p:nvPr/>
        </p:nvGrpSpPr>
        <p:grpSpPr>
          <a:xfrm>
            <a:off x="1446480" y="2079720"/>
            <a:ext cx="314640" cy="313560"/>
            <a:chOff x="1446480" y="2079720"/>
            <a:chExt cx="314640" cy="313560"/>
          </a:xfrm>
        </p:grpSpPr>
        <p:sp>
          <p:nvSpPr>
            <p:cNvPr id="1306" name="Google Shape;1306;p39"/>
            <p:cNvSpPr/>
            <p:nvPr/>
          </p:nvSpPr>
          <p:spPr>
            <a:xfrm>
              <a:off x="1446480" y="2079720"/>
              <a:ext cx="314640" cy="313560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39"/>
            <p:cNvSpPr/>
            <p:nvPr/>
          </p:nvSpPr>
          <p:spPr>
            <a:xfrm>
              <a:off x="1551240" y="2100600"/>
              <a:ext cx="188640" cy="179640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39"/>
            <p:cNvSpPr/>
            <p:nvPr/>
          </p:nvSpPr>
          <p:spPr>
            <a:xfrm>
              <a:off x="1607400" y="2134800"/>
              <a:ext cx="84600" cy="103680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39"/>
            <p:cNvSpPr/>
            <p:nvPr/>
          </p:nvSpPr>
          <p:spPr>
            <a:xfrm>
              <a:off x="1656720" y="2197080"/>
              <a:ext cx="103320" cy="102600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0" name="Google Shape;1310;p39"/>
          <p:cNvSpPr/>
          <p:nvPr/>
        </p:nvSpPr>
        <p:spPr>
          <a:xfrm>
            <a:off x="916560" y="961920"/>
            <a:ext cx="594324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1" name="Google Shape;1311;p39"/>
          <p:cNvSpPr txBox="1"/>
          <p:nvPr>
            <p:ph idx="4294967295" type="subTitle"/>
          </p:nvPr>
        </p:nvSpPr>
        <p:spPr>
          <a:xfrm>
            <a:off x="818280" y="306108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Estudos de ferramentas de banco de dados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40"/>
          <p:cNvSpPr txBox="1"/>
          <p:nvPr>
            <p:ph idx="4294967295"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Felipe José – Desenvolvedor / DBA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40"/>
          <p:cNvSpPr txBox="1"/>
          <p:nvPr>
            <p:ph idx="4294967295" type="title"/>
          </p:nvPr>
        </p:nvSpPr>
        <p:spPr>
          <a:xfrm>
            <a:off x="449435" y="2393730"/>
            <a:ext cx="16944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40"/>
          <p:cNvSpPr txBox="1"/>
          <p:nvPr>
            <p:ph idx="4294967295" type="subTitle"/>
          </p:nvPr>
        </p:nvSpPr>
        <p:spPr>
          <a:xfrm>
            <a:off x="449435" y="2745450"/>
            <a:ext cx="16944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Participação nos ajustes dos testes de regressão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40"/>
          <p:cNvSpPr txBox="1"/>
          <p:nvPr>
            <p:ph idx="4294967295" type="title"/>
          </p:nvPr>
        </p:nvSpPr>
        <p:spPr>
          <a:xfrm>
            <a:off x="2238635" y="2393730"/>
            <a:ext cx="16944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40"/>
          <p:cNvSpPr txBox="1"/>
          <p:nvPr>
            <p:ph idx="4294967295" type="subTitle"/>
          </p:nvPr>
        </p:nvSpPr>
        <p:spPr>
          <a:xfrm>
            <a:off x="2238635" y="2745450"/>
            <a:ext cx="16944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Participação na elaboração do documento de Casos de Uso</a:t>
            </a:r>
            <a:r>
              <a:rPr b="0" i="0" lang="en" sz="12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40"/>
          <p:cNvSpPr txBox="1"/>
          <p:nvPr>
            <p:ph idx="4294967295" type="title"/>
          </p:nvPr>
        </p:nvSpPr>
        <p:spPr>
          <a:xfrm>
            <a:off x="4007315" y="2393730"/>
            <a:ext cx="16944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3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40"/>
          <p:cNvSpPr txBox="1"/>
          <p:nvPr>
            <p:ph idx="4294967295" type="subTitle"/>
          </p:nvPr>
        </p:nvSpPr>
        <p:spPr>
          <a:xfrm>
            <a:off x="4007315" y="2745450"/>
            <a:ext cx="16944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Participação no desenvolvimento front e back-end do Sprint #02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40"/>
          <p:cNvSpPr/>
          <p:nvPr/>
        </p:nvSpPr>
        <p:spPr>
          <a:xfrm>
            <a:off x="2771795" y="160677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40"/>
          <p:cNvSpPr/>
          <p:nvPr/>
        </p:nvSpPr>
        <p:spPr>
          <a:xfrm>
            <a:off x="4524635" y="160677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5" name="Google Shape;1325;p40"/>
          <p:cNvGrpSpPr/>
          <p:nvPr/>
        </p:nvGrpSpPr>
        <p:grpSpPr>
          <a:xfrm>
            <a:off x="4655675" y="1724130"/>
            <a:ext cx="397800" cy="353520"/>
            <a:chOff x="5122800" y="1586880"/>
            <a:chExt cx="397800" cy="353520"/>
          </a:xfrm>
        </p:grpSpPr>
        <p:sp>
          <p:nvSpPr>
            <p:cNvPr id="1326" name="Google Shape;1326;p40"/>
            <p:cNvSpPr/>
            <p:nvPr/>
          </p:nvSpPr>
          <p:spPr>
            <a:xfrm>
              <a:off x="5167440" y="1767600"/>
              <a:ext cx="48600" cy="16560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40"/>
            <p:cNvSpPr/>
            <p:nvPr/>
          </p:nvSpPr>
          <p:spPr>
            <a:xfrm>
              <a:off x="5148720" y="1886040"/>
              <a:ext cx="10800" cy="54360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40"/>
            <p:cNvSpPr/>
            <p:nvPr/>
          </p:nvSpPr>
          <p:spPr>
            <a:xfrm>
              <a:off x="5122800" y="1736280"/>
              <a:ext cx="230400" cy="203760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40"/>
            <p:cNvSpPr/>
            <p:nvPr/>
          </p:nvSpPr>
          <p:spPr>
            <a:xfrm>
              <a:off x="5285520" y="1586880"/>
              <a:ext cx="235080" cy="197640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40"/>
            <p:cNvSpPr/>
            <p:nvPr/>
          </p:nvSpPr>
          <p:spPr>
            <a:xfrm>
              <a:off x="5316480" y="1624320"/>
              <a:ext cx="173160" cy="110520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1" name="Google Shape;1331;p40"/>
          <p:cNvSpPr/>
          <p:nvPr/>
        </p:nvSpPr>
        <p:spPr>
          <a:xfrm>
            <a:off x="982595" y="160677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2" name="Google Shape;1332;p40"/>
          <p:cNvGrpSpPr/>
          <p:nvPr/>
        </p:nvGrpSpPr>
        <p:grpSpPr>
          <a:xfrm>
            <a:off x="2898875" y="1703250"/>
            <a:ext cx="374040" cy="374400"/>
            <a:chOff x="3366000" y="1566000"/>
            <a:chExt cx="374040" cy="374400"/>
          </a:xfrm>
        </p:grpSpPr>
        <p:sp>
          <p:nvSpPr>
            <p:cNvPr id="1333" name="Google Shape;1333;p40"/>
            <p:cNvSpPr/>
            <p:nvPr/>
          </p:nvSpPr>
          <p:spPr>
            <a:xfrm>
              <a:off x="3366000" y="1707480"/>
              <a:ext cx="374040" cy="23292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40"/>
            <p:cNvSpPr/>
            <p:nvPr/>
          </p:nvSpPr>
          <p:spPr>
            <a:xfrm>
              <a:off x="3371760" y="1566000"/>
              <a:ext cx="357480" cy="215640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5" name="Google Shape;1335;p40"/>
          <p:cNvGrpSpPr/>
          <p:nvPr/>
        </p:nvGrpSpPr>
        <p:grpSpPr>
          <a:xfrm>
            <a:off x="1139555" y="1764090"/>
            <a:ext cx="314640" cy="313560"/>
            <a:chOff x="1606680" y="1626840"/>
            <a:chExt cx="314640" cy="313560"/>
          </a:xfrm>
        </p:grpSpPr>
        <p:sp>
          <p:nvSpPr>
            <p:cNvPr id="1336" name="Google Shape;1336;p40"/>
            <p:cNvSpPr/>
            <p:nvPr/>
          </p:nvSpPr>
          <p:spPr>
            <a:xfrm>
              <a:off x="1606680" y="1626840"/>
              <a:ext cx="314640" cy="313560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40"/>
            <p:cNvSpPr/>
            <p:nvPr/>
          </p:nvSpPr>
          <p:spPr>
            <a:xfrm>
              <a:off x="1711440" y="1647720"/>
              <a:ext cx="188640" cy="179640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40"/>
            <p:cNvSpPr/>
            <p:nvPr/>
          </p:nvSpPr>
          <p:spPr>
            <a:xfrm>
              <a:off x="1767600" y="1681920"/>
              <a:ext cx="84600" cy="103680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40"/>
            <p:cNvSpPr/>
            <p:nvPr/>
          </p:nvSpPr>
          <p:spPr>
            <a:xfrm>
              <a:off x="1816920" y="1744200"/>
              <a:ext cx="103320" cy="102600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0" name="Google Shape;1340;p40"/>
          <p:cNvSpPr/>
          <p:nvPr/>
        </p:nvSpPr>
        <p:spPr>
          <a:xfrm>
            <a:off x="916560" y="961920"/>
            <a:ext cx="606024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1" name="Google Shape;1341;p40"/>
          <p:cNvSpPr txBox="1"/>
          <p:nvPr>
            <p:ph idx="4294967295" type="title"/>
          </p:nvPr>
        </p:nvSpPr>
        <p:spPr>
          <a:xfrm>
            <a:off x="6288985" y="2393385"/>
            <a:ext cx="16944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DIFICULDADES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40"/>
          <p:cNvSpPr txBox="1"/>
          <p:nvPr>
            <p:ph idx="4294967295" type="subTitle"/>
          </p:nvPr>
        </p:nvSpPr>
        <p:spPr>
          <a:xfrm>
            <a:off x="5640588" y="2745460"/>
            <a:ext cx="29913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Organização de tempo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3" name="Google Shape;1343;p40"/>
          <p:cNvSpPr/>
          <p:nvPr/>
        </p:nvSpPr>
        <p:spPr>
          <a:xfrm>
            <a:off x="6821785" y="1606785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40"/>
          <p:cNvSpPr/>
          <p:nvPr/>
        </p:nvSpPr>
        <p:spPr>
          <a:xfrm>
            <a:off x="6917545" y="1678425"/>
            <a:ext cx="437392" cy="399242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41"/>
          <p:cNvSpPr txBox="1"/>
          <p:nvPr>
            <p:ph idx="4294967295"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Lucas Borgo – Desenvolvedor / DBA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41"/>
          <p:cNvSpPr txBox="1"/>
          <p:nvPr>
            <p:ph idx="4294967295" type="title"/>
          </p:nvPr>
        </p:nvSpPr>
        <p:spPr>
          <a:xfrm>
            <a:off x="1807085" y="2777945"/>
            <a:ext cx="16944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41"/>
          <p:cNvSpPr txBox="1"/>
          <p:nvPr>
            <p:ph idx="4294967295" type="subTitle"/>
          </p:nvPr>
        </p:nvSpPr>
        <p:spPr>
          <a:xfrm>
            <a:off x="1807085" y="3130025"/>
            <a:ext cx="16944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Integração das Rotas de navegação</a:t>
            </a: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41"/>
          <p:cNvSpPr txBox="1"/>
          <p:nvPr>
            <p:ph idx="4294967295" type="title"/>
          </p:nvPr>
        </p:nvSpPr>
        <p:spPr>
          <a:xfrm>
            <a:off x="3724085" y="2777945"/>
            <a:ext cx="16944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41"/>
          <p:cNvSpPr txBox="1"/>
          <p:nvPr>
            <p:ph idx="4294967295" type="subTitle"/>
          </p:nvPr>
        </p:nvSpPr>
        <p:spPr>
          <a:xfrm>
            <a:off x="3724085" y="3130025"/>
            <a:ext cx="16944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Front/Back-end dos casos de uso do Sprint de Desenvolvimento #02.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41"/>
          <p:cNvSpPr txBox="1"/>
          <p:nvPr>
            <p:ph idx="4294967295" type="title"/>
          </p:nvPr>
        </p:nvSpPr>
        <p:spPr>
          <a:xfrm>
            <a:off x="5641073" y="2778020"/>
            <a:ext cx="16944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DIFICULDADES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41"/>
          <p:cNvSpPr txBox="1"/>
          <p:nvPr>
            <p:ph idx="4294967295" type="subTitle"/>
          </p:nvPr>
        </p:nvSpPr>
        <p:spPr>
          <a:xfrm>
            <a:off x="5641075" y="3130018"/>
            <a:ext cx="16944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Organização pessoal.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56" name="Google Shape;1356;p41"/>
          <p:cNvSpPr/>
          <p:nvPr/>
        </p:nvSpPr>
        <p:spPr>
          <a:xfrm>
            <a:off x="4257245" y="1990985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41"/>
          <p:cNvSpPr/>
          <p:nvPr/>
        </p:nvSpPr>
        <p:spPr>
          <a:xfrm>
            <a:off x="6174245" y="1990985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41"/>
          <p:cNvSpPr/>
          <p:nvPr/>
        </p:nvSpPr>
        <p:spPr>
          <a:xfrm>
            <a:off x="2340245" y="1990985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41"/>
          <p:cNvSpPr/>
          <p:nvPr/>
        </p:nvSpPr>
        <p:spPr>
          <a:xfrm>
            <a:off x="6270005" y="2062625"/>
            <a:ext cx="437392" cy="399242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0" name="Google Shape;1360;p41"/>
          <p:cNvGrpSpPr/>
          <p:nvPr/>
        </p:nvGrpSpPr>
        <p:grpSpPr>
          <a:xfrm>
            <a:off x="4384325" y="2087465"/>
            <a:ext cx="374040" cy="374400"/>
            <a:chOff x="3241800" y="2096640"/>
            <a:chExt cx="374040" cy="374400"/>
          </a:xfrm>
        </p:grpSpPr>
        <p:sp>
          <p:nvSpPr>
            <p:cNvPr id="1361" name="Google Shape;1361;p41"/>
            <p:cNvSpPr/>
            <p:nvPr/>
          </p:nvSpPr>
          <p:spPr>
            <a:xfrm>
              <a:off x="3241800" y="2238120"/>
              <a:ext cx="374040" cy="23292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41"/>
            <p:cNvSpPr/>
            <p:nvPr/>
          </p:nvSpPr>
          <p:spPr>
            <a:xfrm>
              <a:off x="3247560" y="2096640"/>
              <a:ext cx="357480" cy="215640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3" name="Google Shape;1363;p41"/>
          <p:cNvGrpSpPr/>
          <p:nvPr/>
        </p:nvGrpSpPr>
        <p:grpSpPr>
          <a:xfrm>
            <a:off x="2496845" y="2148305"/>
            <a:ext cx="314640" cy="313560"/>
            <a:chOff x="1354320" y="2157480"/>
            <a:chExt cx="314640" cy="313560"/>
          </a:xfrm>
        </p:grpSpPr>
        <p:sp>
          <p:nvSpPr>
            <p:cNvPr id="1364" name="Google Shape;1364;p41"/>
            <p:cNvSpPr/>
            <p:nvPr/>
          </p:nvSpPr>
          <p:spPr>
            <a:xfrm>
              <a:off x="1354320" y="2157480"/>
              <a:ext cx="314640" cy="313560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41"/>
            <p:cNvSpPr/>
            <p:nvPr/>
          </p:nvSpPr>
          <p:spPr>
            <a:xfrm>
              <a:off x="1459440" y="2178360"/>
              <a:ext cx="188640" cy="179640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41"/>
            <p:cNvSpPr/>
            <p:nvPr/>
          </p:nvSpPr>
          <p:spPr>
            <a:xfrm>
              <a:off x="1515240" y="2212560"/>
              <a:ext cx="84600" cy="103680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41"/>
            <p:cNvSpPr/>
            <p:nvPr/>
          </p:nvSpPr>
          <p:spPr>
            <a:xfrm>
              <a:off x="1564560" y="2274840"/>
              <a:ext cx="103320" cy="102600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8" name="Google Shape;1368;p41"/>
          <p:cNvSpPr/>
          <p:nvPr/>
        </p:nvSpPr>
        <p:spPr>
          <a:xfrm>
            <a:off x="916560" y="961920"/>
            <a:ext cx="701604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42"/>
          <p:cNvSpPr txBox="1"/>
          <p:nvPr>
            <p:ph idx="4294967295"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Roberto Barbosa – Desenvolvedor / DBA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42"/>
          <p:cNvSpPr txBox="1"/>
          <p:nvPr>
            <p:ph idx="4294967295" type="title"/>
          </p:nvPr>
        </p:nvSpPr>
        <p:spPr>
          <a:xfrm>
            <a:off x="515880" y="264564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42"/>
          <p:cNvSpPr txBox="1"/>
          <p:nvPr>
            <p:ph idx="4294967295" type="subTitle"/>
          </p:nvPr>
        </p:nvSpPr>
        <p:spPr>
          <a:xfrm>
            <a:off x="515880" y="299772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Elaboração e auxílio na correção do novo banco, tanto na parte do modelo físico, quanto nos </a:t>
            </a:r>
            <a:r>
              <a:rPr i="1"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inserts</a:t>
            </a:r>
            <a:r>
              <a:rPr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6" name="Google Shape;1376;p42"/>
          <p:cNvSpPr txBox="1"/>
          <p:nvPr>
            <p:ph idx="4294967295" type="title"/>
          </p:nvPr>
        </p:nvSpPr>
        <p:spPr>
          <a:xfrm>
            <a:off x="2432880" y="264564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42"/>
          <p:cNvSpPr txBox="1"/>
          <p:nvPr>
            <p:ph idx="4294967295" type="subTitle"/>
          </p:nvPr>
        </p:nvSpPr>
        <p:spPr>
          <a:xfrm>
            <a:off x="2432880" y="299772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Correção de </a:t>
            </a:r>
            <a:r>
              <a:rPr i="1"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bugs</a:t>
            </a:r>
            <a:r>
              <a:rPr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 e instabilidades apresentadas nos casos de uso feitos no Sprint de Desenvolvimento #01.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8" name="Google Shape;1378;p42"/>
          <p:cNvSpPr txBox="1"/>
          <p:nvPr>
            <p:ph idx="4294967295" type="title"/>
          </p:nvPr>
        </p:nvSpPr>
        <p:spPr>
          <a:xfrm>
            <a:off x="4350240" y="264564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3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42"/>
          <p:cNvSpPr txBox="1"/>
          <p:nvPr>
            <p:ph idx="4294967295" type="subTitle"/>
          </p:nvPr>
        </p:nvSpPr>
        <p:spPr>
          <a:xfrm>
            <a:off x="4350240" y="2997720"/>
            <a:ext cx="1694520" cy="7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Front/Back-end dos casos de uso do Sprint de Desenvolvimento #02.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0" name="Google Shape;1380;p42"/>
          <p:cNvSpPr txBox="1"/>
          <p:nvPr>
            <p:ph idx="4294967295" type="title"/>
          </p:nvPr>
        </p:nvSpPr>
        <p:spPr>
          <a:xfrm>
            <a:off x="6267240" y="2645640"/>
            <a:ext cx="169452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DIFICULDADES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42"/>
          <p:cNvSpPr txBox="1"/>
          <p:nvPr>
            <p:ph idx="4294967295" type="subTitle"/>
          </p:nvPr>
        </p:nvSpPr>
        <p:spPr>
          <a:xfrm>
            <a:off x="6267240" y="2997720"/>
            <a:ext cx="1694520" cy="10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Gerenciamento de tempo pessoal.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42"/>
          <p:cNvSpPr/>
          <p:nvPr/>
        </p:nvSpPr>
        <p:spPr>
          <a:xfrm>
            <a:off x="2966040" y="185868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42"/>
          <p:cNvSpPr/>
          <p:nvPr/>
        </p:nvSpPr>
        <p:spPr>
          <a:xfrm>
            <a:off x="4867200" y="185868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42"/>
          <p:cNvSpPr/>
          <p:nvPr/>
        </p:nvSpPr>
        <p:spPr>
          <a:xfrm>
            <a:off x="6800040" y="185868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5" name="Google Shape;1385;p42"/>
          <p:cNvGrpSpPr/>
          <p:nvPr/>
        </p:nvGrpSpPr>
        <p:grpSpPr>
          <a:xfrm>
            <a:off x="4998600" y="1976040"/>
            <a:ext cx="397800" cy="353520"/>
            <a:chOff x="4998600" y="1976040"/>
            <a:chExt cx="397800" cy="353520"/>
          </a:xfrm>
        </p:grpSpPr>
        <p:sp>
          <p:nvSpPr>
            <p:cNvPr id="1386" name="Google Shape;1386;p42"/>
            <p:cNvSpPr/>
            <p:nvPr/>
          </p:nvSpPr>
          <p:spPr>
            <a:xfrm>
              <a:off x="5042880" y="2156760"/>
              <a:ext cx="48600" cy="16560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42"/>
            <p:cNvSpPr/>
            <p:nvPr/>
          </p:nvSpPr>
          <p:spPr>
            <a:xfrm>
              <a:off x="5024160" y="2275200"/>
              <a:ext cx="10800" cy="54360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42"/>
            <p:cNvSpPr/>
            <p:nvPr/>
          </p:nvSpPr>
          <p:spPr>
            <a:xfrm>
              <a:off x="4998600" y="2125440"/>
              <a:ext cx="230400" cy="203760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42"/>
            <p:cNvSpPr/>
            <p:nvPr/>
          </p:nvSpPr>
          <p:spPr>
            <a:xfrm>
              <a:off x="5161320" y="1976040"/>
              <a:ext cx="235080" cy="197640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42"/>
            <p:cNvSpPr/>
            <p:nvPr/>
          </p:nvSpPr>
          <p:spPr>
            <a:xfrm>
              <a:off x="5191920" y="2013480"/>
              <a:ext cx="173160" cy="110520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1" name="Google Shape;1391;p42"/>
          <p:cNvSpPr/>
          <p:nvPr/>
        </p:nvSpPr>
        <p:spPr>
          <a:xfrm>
            <a:off x="1049040" y="185868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42"/>
          <p:cNvSpPr/>
          <p:nvPr/>
        </p:nvSpPr>
        <p:spPr>
          <a:xfrm>
            <a:off x="6895800" y="1930320"/>
            <a:ext cx="437400" cy="399240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3" name="Google Shape;1393;p42"/>
          <p:cNvGrpSpPr/>
          <p:nvPr/>
        </p:nvGrpSpPr>
        <p:grpSpPr>
          <a:xfrm>
            <a:off x="3093120" y="1955160"/>
            <a:ext cx="374040" cy="374400"/>
            <a:chOff x="3093120" y="1955160"/>
            <a:chExt cx="374040" cy="374400"/>
          </a:xfrm>
        </p:grpSpPr>
        <p:sp>
          <p:nvSpPr>
            <p:cNvPr id="1394" name="Google Shape;1394;p42"/>
            <p:cNvSpPr/>
            <p:nvPr/>
          </p:nvSpPr>
          <p:spPr>
            <a:xfrm>
              <a:off x="3093120" y="2096640"/>
              <a:ext cx="374040" cy="23292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42"/>
            <p:cNvSpPr/>
            <p:nvPr/>
          </p:nvSpPr>
          <p:spPr>
            <a:xfrm>
              <a:off x="3098880" y="1955160"/>
              <a:ext cx="357480" cy="215640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6" name="Google Shape;1396;p42"/>
          <p:cNvGrpSpPr/>
          <p:nvPr/>
        </p:nvGrpSpPr>
        <p:grpSpPr>
          <a:xfrm>
            <a:off x="1205640" y="2016000"/>
            <a:ext cx="314640" cy="313560"/>
            <a:chOff x="1205640" y="2016000"/>
            <a:chExt cx="314640" cy="313560"/>
          </a:xfrm>
        </p:grpSpPr>
        <p:sp>
          <p:nvSpPr>
            <p:cNvPr id="1397" name="Google Shape;1397;p42"/>
            <p:cNvSpPr/>
            <p:nvPr/>
          </p:nvSpPr>
          <p:spPr>
            <a:xfrm>
              <a:off x="1205640" y="2016000"/>
              <a:ext cx="314640" cy="313560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42"/>
            <p:cNvSpPr/>
            <p:nvPr/>
          </p:nvSpPr>
          <p:spPr>
            <a:xfrm>
              <a:off x="1310760" y="2036880"/>
              <a:ext cx="188640" cy="179640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42"/>
            <p:cNvSpPr/>
            <p:nvPr/>
          </p:nvSpPr>
          <p:spPr>
            <a:xfrm>
              <a:off x="1366920" y="2071080"/>
              <a:ext cx="84600" cy="103680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42"/>
            <p:cNvSpPr/>
            <p:nvPr/>
          </p:nvSpPr>
          <p:spPr>
            <a:xfrm>
              <a:off x="1415880" y="2133360"/>
              <a:ext cx="103320" cy="102600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1" name="Google Shape;1401;p42"/>
          <p:cNvSpPr/>
          <p:nvPr/>
        </p:nvSpPr>
        <p:spPr>
          <a:xfrm>
            <a:off x="916560" y="961920"/>
            <a:ext cx="546048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43"/>
          <p:cNvSpPr txBox="1"/>
          <p:nvPr>
            <p:ph idx="4294967295"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Matheus Neves – Desenvolvedor / DBA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43"/>
          <p:cNvSpPr txBox="1"/>
          <p:nvPr>
            <p:ph idx="4294967295" type="title"/>
          </p:nvPr>
        </p:nvSpPr>
        <p:spPr>
          <a:xfrm>
            <a:off x="1240610" y="2787120"/>
            <a:ext cx="16944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43"/>
          <p:cNvSpPr txBox="1"/>
          <p:nvPr>
            <p:ph idx="4294967295" type="subTitle"/>
          </p:nvPr>
        </p:nvSpPr>
        <p:spPr>
          <a:xfrm>
            <a:off x="1240610" y="3139200"/>
            <a:ext cx="16944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Testes de Regressão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43"/>
          <p:cNvSpPr txBox="1"/>
          <p:nvPr>
            <p:ph idx="4294967295" type="title"/>
          </p:nvPr>
        </p:nvSpPr>
        <p:spPr>
          <a:xfrm>
            <a:off x="3461585" y="2787120"/>
            <a:ext cx="16944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TAREFA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43"/>
          <p:cNvSpPr txBox="1"/>
          <p:nvPr>
            <p:ph idx="4294967295" type="subTitle"/>
          </p:nvPr>
        </p:nvSpPr>
        <p:spPr>
          <a:xfrm>
            <a:off x="3461585" y="3139200"/>
            <a:ext cx="16944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Início da Projeção do Sprint #02</a:t>
            </a:r>
            <a:endParaRPr sz="1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43"/>
          <p:cNvSpPr txBox="1"/>
          <p:nvPr>
            <p:ph idx="4294967295" type="title"/>
          </p:nvPr>
        </p:nvSpPr>
        <p:spPr>
          <a:xfrm>
            <a:off x="5682545" y="2787120"/>
            <a:ext cx="16944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DIFICULDADES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43"/>
          <p:cNvSpPr txBox="1"/>
          <p:nvPr>
            <p:ph idx="4294967295" type="subTitle"/>
          </p:nvPr>
        </p:nvSpPr>
        <p:spPr>
          <a:xfrm>
            <a:off x="5682545" y="3139200"/>
            <a:ext cx="16944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Muitos </a:t>
            </a:r>
            <a:r>
              <a:rPr lang="en" sz="1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testes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43"/>
          <p:cNvSpPr/>
          <p:nvPr/>
        </p:nvSpPr>
        <p:spPr>
          <a:xfrm>
            <a:off x="3994745" y="20001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43"/>
          <p:cNvSpPr/>
          <p:nvPr/>
        </p:nvSpPr>
        <p:spPr>
          <a:xfrm>
            <a:off x="6215345" y="20001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43"/>
          <p:cNvSpPr/>
          <p:nvPr/>
        </p:nvSpPr>
        <p:spPr>
          <a:xfrm>
            <a:off x="1773770" y="2000160"/>
            <a:ext cx="628200" cy="62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43"/>
          <p:cNvSpPr/>
          <p:nvPr/>
        </p:nvSpPr>
        <p:spPr>
          <a:xfrm>
            <a:off x="6311105" y="2071800"/>
            <a:ext cx="437392" cy="399242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7" name="Google Shape;1417;p43"/>
          <p:cNvGrpSpPr/>
          <p:nvPr/>
        </p:nvGrpSpPr>
        <p:grpSpPr>
          <a:xfrm>
            <a:off x="4121825" y="2096640"/>
            <a:ext cx="374040" cy="374400"/>
            <a:chOff x="3241800" y="2096640"/>
            <a:chExt cx="374040" cy="374400"/>
          </a:xfrm>
        </p:grpSpPr>
        <p:sp>
          <p:nvSpPr>
            <p:cNvPr id="1418" name="Google Shape;1418;p43"/>
            <p:cNvSpPr/>
            <p:nvPr/>
          </p:nvSpPr>
          <p:spPr>
            <a:xfrm>
              <a:off x="3241800" y="2238120"/>
              <a:ext cx="374040" cy="23292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43"/>
            <p:cNvSpPr/>
            <p:nvPr/>
          </p:nvSpPr>
          <p:spPr>
            <a:xfrm>
              <a:off x="3247560" y="2096640"/>
              <a:ext cx="357480" cy="215640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0" name="Google Shape;1420;p43"/>
          <p:cNvGrpSpPr/>
          <p:nvPr/>
        </p:nvGrpSpPr>
        <p:grpSpPr>
          <a:xfrm>
            <a:off x="1930370" y="2157480"/>
            <a:ext cx="314640" cy="313560"/>
            <a:chOff x="1354320" y="2157480"/>
            <a:chExt cx="314640" cy="313560"/>
          </a:xfrm>
        </p:grpSpPr>
        <p:sp>
          <p:nvSpPr>
            <p:cNvPr id="1421" name="Google Shape;1421;p43"/>
            <p:cNvSpPr/>
            <p:nvPr/>
          </p:nvSpPr>
          <p:spPr>
            <a:xfrm>
              <a:off x="1354320" y="2157480"/>
              <a:ext cx="314640" cy="313560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43"/>
            <p:cNvSpPr/>
            <p:nvPr/>
          </p:nvSpPr>
          <p:spPr>
            <a:xfrm>
              <a:off x="1459440" y="2178360"/>
              <a:ext cx="188640" cy="179640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43"/>
            <p:cNvSpPr/>
            <p:nvPr/>
          </p:nvSpPr>
          <p:spPr>
            <a:xfrm>
              <a:off x="1515240" y="2212560"/>
              <a:ext cx="84600" cy="103680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43"/>
            <p:cNvSpPr/>
            <p:nvPr/>
          </p:nvSpPr>
          <p:spPr>
            <a:xfrm>
              <a:off x="1564560" y="2274840"/>
              <a:ext cx="103320" cy="102600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5" name="Google Shape;1425;p43"/>
          <p:cNvSpPr/>
          <p:nvPr/>
        </p:nvSpPr>
        <p:spPr>
          <a:xfrm>
            <a:off x="916560" y="961920"/>
            <a:ext cx="701604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44"/>
          <p:cNvSpPr txBox="1"/>
          <p:nvPr>
            <p:ph idx="4294967295" type="title"/>
          </p:nvPr>
        </p:nvSpPr>
        <p:spPr>
          <a:xfrm>
            <a:off x="1402560" y="1933560"/>
            <a:ext cx="7595640" cy="22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800" u="none" cap="none" strike="noStrike">
                <a:solidFill>
                  <a:srgbClr val="EEEEEE"/>
                </a:solidFill>
                <a:latin typeface="Montserrat"/>
                <a:ea typeface="Montserrat"/>
                <a:cs typeface="Montserrat"/>
                <a:sym typeface="Montserrat"/>
              </a:rPr>
              <a:t>Funcionalidades:</a:t>
            </a:r>
            <a:br>
              <a:rPr b="0" i="0" lang="en" sz="1800" u="none" cap="none" strike="noStrike"/>
            </a:br>
            <a:r>
              <a:rPr b="1" i="0" lang="en" sz="4800" u="none" cap="none" strike="noStrike">
                <a:solidFill>
                  <a:srgbClr val="EEEEEE"/>
                </a:solidFill>
                <a:latin typeface="Montserrat"/>
                <a:ea typeface="Montserrat"/>
                <a:cs typeface="Montserrat"/>
                <a:sym typeface="Montserrat"/>
              </a:rPr>
              <a:t>Sprint #02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44"/>
          <p:cNvSpPr/>
          <p:nvPr/>
        </p:nvSpPr>
        <p:spPr>
          <a:xfrm>
            <a:off x="916560" y="961920"/>
            <a:ext cx="405972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45"/>
          <p:cNvSpPr txBox="1"/>
          <p:nvPr>
            <p:ph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Funcionalidades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45"/>
          <p:cNvSpPr/>
          <p:nvPr/>
        </p:nvSpPr>
        <p:spPr>
          <a:xfrm flipH="1" rot="10800000">
            <a:off x="916920" y="948600"/>
            <a:ext cx="2845440" cy="133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8" name="Google Shape;1438;p45"/>
          <p:cNvSpPr/>
          <p:nvPr/>
        </p:nvSpPr>
        <p:spPr>
          <a:xfrm>
            <a:off x="916560" y="1239120"/>
            <a:ext cx="8085240" cy="18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Solicitar Exame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Autorizar Exame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Visualizar Histórico/Resultado dos Exames 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Buscar Médico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Relatório de Pagamentos dos Pacientes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Relatórios de Pagamentos Médicos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Relatórios de Pagamentos Médicos (Individual)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46"/>
          <p:cNvSpPr txBox="1"/>
          <p:nvPr>
            <p:ph idx="4294967295" type="title"/>
          </p:nvPr>
        </p:nvSpPr>
        <p:spPr>
          <a:xfrm>
            <a:off x="1402560" y="1933560"/>
            <a:ext cx="7595640" cy="22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800" u="none" cap="none" strike="noStrike">
                <a:solidFill>
                  <a:srgbClr val="EEEEEE"/>
                </a:solidFill>
                <a:latin typeface="Montserrat"/>
                <a:ea typeface="Montserrat"/>
                <a:cs typeface="Montserrat"/>
                <a:sym typeface="Montserrat"/>
              </a:rPr>
              <a:t>Testes:</a:t>
            </a:r>
            <a:br>
              <a:rPr b="0" i="0" lang="en" sz="1800" u="none" cap="none" strike="noStrike"/>
            </a:br>
            <a:r>
              <a:rPr b="1" i="0" lang="en" sz="4800" u="none" cap="none" strike="noStrike">
                <a:solidFill>
                  <a:srgbClr val="EEEEEE"/>
                </a:solidFill>
                <a:latin typeface="Montserrat"/>
                <a:ea typeface="Montserrat"/>
                <a:cs typeface="Montserrat"/>
                <a:sym typeface="Montserrat"/>
              </a:rPr>
              <a:t>Sprint #02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46"/>
          <p:cNvSpPr/>
          <p:nvPr/>
        </p:nvSpPr>
        <p:spPr>
          <a:xfrm>
            <a:off x="916560" y="961920"/>
            <a:ext cx="405972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47"/>
          <p:cNvSpPr txBox="1"/>
          <p:nvPr>
            <p:ph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Testes – Módulo 03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50" name="Google Shape;1450;p47"/>
          <p:cNvGraphicFramePr/>
          <p:nvPr/>
        </p:nvGraphicFramePr>
        <p:xfrm>
          <a:off x="1650240" y="246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{FE4B2AF5-84B9-42B8-8DDD-B402E5240D7A}</a:tableStyleId>
              </a:tblPr>
              <a:tblGrid>
                <a:gridCol w="1198800"/>
                <a:gridCol w="1198800"/>
                <a:gridCol w="1048325"/>
                <a:gridCol w="1208150"/>
                <a:gridCol w="1340275"/>
              </a:tblGrid>
              <a:tr h="574925"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Testes das Funcionalidades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Criados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Aplicados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Falhas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Correções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1F744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Pendencias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725" marL="90725" anchor="ctr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33%</a:t>
                      </a:r>
                      <a:endParaRPr/>
                    </a:p>
                  </a:txBody>
                  <a:tcPr marT="91425" marB="91425" marR="91425" marL="91425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0%</a:t>
                      </a:r>
                      <a:endParaRPr/>
                    </a:p>
                  </a:txBody>
                  <a:tcPr marT="91425" marB="91425" marR="91425" marL="91425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0%</a:t>
                      </a:r>
                      <a:endParaRPr/>
                    </a:p>
                  </a:txBody>
                  <a:tcPr marT="91425" marB="91425" marR="91425" marL="91425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0%</a:t>
                      </a:r>
                      <a:endParaRPr/>
                    </a:p>
                  </a:txBody>
                  <a:tcPr marT="91425" marB="91425" marR="91425" marL="91425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66%</a:t>
                      </a:r>
                      <a:endParaRPr/>
                    </a:p>
                  </a:txBody>
                  <a:tcPr marT="91425" marB="91425" marR="91425" marL="91425">
                    <a:lnL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8700">
                      <a:solidFill>
                        <a:srgbClr val="FBD76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51" name="Google Shape;1451;p47"/>
          <p:cNvSpPr/>
          <p:nvPr/>
        </p:nvSpPr>
        <p:spPr>
          <a:xfrm>
            <a:off x="916560" y="961920"/>
            <a:ext cx="1972440" cy="21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2" name="Google Shape;1452;p47"/>
          <p:cNvSpPr/>
          <p:nvPr/>
        </p:nvSpPr>
        <p:spPr>
          <a:xfrm>
            <a:off x="1648800" y="1351800"/>
            <a:ext cx="584532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Sprint de Integração #02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Front/Back-end - </a:t>
            </a:r>
            <a:r>
              <a:rPr b="1" lang="en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85</a:t>
            </a:r>
            <a:r>
              <a:rPr b="1" i="0" lang="en" sz="14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%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48"/>
          <p:cNvSpPr txBox="1"/>
          <p:nvPr>
            <p:ph type="title"/>
          </p:nvPr>
        </p:nvSpPr>
        <p:spPr>
          <a:xfrm>
            <a:off x="818280" y="459720"/>
            <a:ext cx="750600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Resultados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48"/>
          <p:cNvSpPr/>
          <p:nvPr/>
        </p:nvSpPr>
        <p:spPr>
          <a:xfrm>
            <a:off x="916560" y="961920"/>
            <a:ext cx="2033640" cy="158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50">
            <a:solidFill>
              <a:srgbClr val="FBD76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9" name="Google Shape;1459;p48"/>
          <p:cNvSpPr/>
          <p:nvPr/>
        </p:nvSpPr>
        <p:spPr>
          <a:xfrm>
            <a:off x="996480" y="961920"/>
            <a:ext cx="7149960" cy="2012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F7444"/>
                </a:solidFill>
                <a:latin typeface="Montserrat"/>
                <a:ea typeface="Montserrat"/>
                <a:cs typeface="Montserrat"/>
                <a:sym typeface="Montserrat"/>
              </a:rPr>
              <a:t>Pendências: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556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Char char="●"/>
            </a:pPr>
            <a:r>
              <a:rPr b="0" i="0" lang="en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Aplicação dos Casos de Teste (por Módulo).</a:t>
            </a:r>
            <a:endParaRPr sz="2000"/>
          </a:p>
          <a:p>
            <a:pPr indent="-3556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Desenvolvimento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 de casos 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de testes 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 Sprint #02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000"/>
          </a:p>
          <a:p>
            <a:pPr indent="-3556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Char char="●"/>
            </a:pPr>
            <a:r>
              <a:rPr b="0" i="0" lang="en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Finalização do desenvolvimento do Sprint #02.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F7444"/>
      </a:accent1>
      <a:accent2>
        <a:srgbClr val="434343"/>
      </a:accent2>
      <a:accent3>
        <a:srgbClr val="FBD76D"/>
      </a:accent3>
      <a:accent4>
        <a:srgbClr val="DA3030"/>
      </a:accent4>
      <a:accent5>
        <a:srgbClr val="52AC79"/>
      </a:accent5>
      <a:accent6>
        <a:srgbClr val="E0B945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F7444"/>
      </a:accent1>
      <a:accent2>
        <a:srgbClr val="434343"/>
      </a:accent2>
      <a:accent3>
        <a:srgbClr val="FBD76D"/>
      </a:accent3>
      <a:accent4>
        <a:srgbClr val="DA3030"/>
      </a:accent4>
      <a:accent5>
        <a:srgbClr val="52AC79"/>
      </a:accent5>
      <a:accent6>
        <a:srgbClr val="E0B945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F7444"/>
      </a:accent1>
      <a:accent2>
        <a:srgbClr val="434343"/>
      </a:accent2>
      <a:accent3>
        <a:srgbClr val="FBD76D"/>
      </a:accent3>
      <a:accent4>
        <a:srgbClr val="DA3030"/>
      </a:accent4>
      <a:accent5>
        <a:srgbClr val="52AC79"/>
      </a:accent5>
      <a:accent6>
        <a:srgbClr val="E0B945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F7444"/>
      </a:accent1>
      <a:accent2>
        <a:srgbClr val="434343"/>
      </a:accent2>
      <a:accent3>
        <a:srgbClr val="FBD76D"/>
      </a:accent3>
      <a:accent4>
        <a:srgbClr val="DA3030"/>
      </a:accent4>
      <a:accent5>
        <a:srgbClr val="52AC79"/>
      </a:accent5>
      <a:accent6>
        <a:srgbClr val="E0B945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F7444"/>
      </a:accent1>
      <a:accent2>
        <a:srgbClr val="434343"/>
      </a:accent2>
      <a:accent3>
        <a:srgbClr val="FBD76D"/>
      </a:accent3>
      <a:accent4>
        <a:srgbClr val="DA3030"/>
      </a:accent4>
      <a:accent5>
        <a:srgbClr val="52AC79"/>
      </a:accent5>
      <a:accent6>
        <a:srgbClr val="E0B945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F7444"/>
      </a:accent1>
      <a:accent2>
        <a:srgbClr val="434343"/>
      </a:accent2>
      <a:accent3>
        <a:srgbClr val="FBD76D"/>
      </a:accent3>
      <a:accent4>
        <a:srgbClr val="DA3030"/>
      </a:accent4>
      <a:accent5>
        <a:srgbClr val="52AC79"/>
      </a:accent5>
      <a:accent6>
        <a:srgbClr val="E0B945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F7444"/>
      </a:accent1>
      <a:accent2>
        <a:srgbClr val="434343"/>
      </a:accent2>
      <a:accent3>
        <a:srgbClr val="FBD76D"/>
      </a:accent3>
      <a:accent4>
        <a:srgbClr val="DA3030"/>
      </a:accent4>
      <a:accent5>
        <a:srgbClr val="52AC79"/>
      </a:accent5>
      <a:accent6>
        <a:srgbClr val="E0B945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F7444"/>
      </a:accent1>
      <a:accent2>
        <a:srgbClr val="434343"/>
      </a:accent2>
      <a:accent3>
        <a:srgbClr val="FBD76D"/>
      </a:accent3>
      <a:accent4>
        <a:srgbClr val="DA3030"/>
      </a:accent4>
      <a:accent5>
        <a:srgbClr val="52AC79"/>
      </a:accent5>
      <a:accent6>
        <a:srgbClr val="E0B945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F7444"/>
      </a:accent1>
      <a:accent2>
        <a:srgbClr val="434343"/>
      </a:accent2>
      <a:accent3>
        <a:srgbClr val="FBD76D"/>
      </a:accent3>
      <a:accent4>
        <a:srgbClr val="DA3030"/>
      </a:accent4>
      <a:accent5>
        <a:srgbClr val="52AC79"/>
      </a:accent5>
      <a:accent6>
        <a:srgbClr val="E0B945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F7444"/>
      </a:accent1>
      <a:accent2>
        <a:srgbClr val="434343"/>
      </a:accent2>
      <a:accent3>
        <a:srgbClr val="FBD76D"/>
      </a:accent3>
      <a:accent4>
        <a:srgbClr val="DA3030"/>
      </a:accent4>
      <a:accent5>
        <a:srgbClr val="52AC79"/>
      </a:accent5>
      <a:accent6>
        <a:srgbClr val="E0B945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F7444"/>
      </a:accent1>
      <a:accent2>
        <a:srgbClr val="434343"/>
      </a:accent2>
      <a:accent3>
        <a:srgbClr val="FBD76D"/>
      </a:accent3>
      <a:accent4>
        <a:srgbClr val="DA3030"/>
      </a:accent4>
      <a:accent5>
        <a:srgbClr val="52AC79"/>
      </a:accent5>
      <a:accent6>
        <a:srgbClr val="E0B945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48</vt:i4>
  </property>
  <property fmtid="{D5CDD505-2E9C-101B-9397-08002B2CF9AE}" pid="3" name="PresentationFormat">
    <vt:lpwstr>Apresentação na tela (16:9)</vt:lpwstr>
  </property>
  <property fmtid="{D5CDD505-2E9C-101B-9397-08002B2CF9AE}" pid="4" name="Slides">
    <vt:i4>48</vt:i4>
  </property>
</Properties>
</file>