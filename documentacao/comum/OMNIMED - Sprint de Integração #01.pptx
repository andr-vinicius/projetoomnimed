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Montserrat"/>
      <p:regular r:id="rId48"/>
      <p:bold r:id="rId49"/>
      <p:italic r:id="rId50"/>
      <p:boldItalic r:id="rId51"/>
    </p:embeddedFont>
    <p:embeddedFont>
      <p:font typeface="Montserrat Medium"/>
      <p:regular r:id="rId52"/>
      <p:bold r:id="rId53"/>
      <p:italic r:id="rId54"/>
      <p:boldItalic r:id="rId55"/>
    </p:embeddedFont>
    <p:embeddedFont>
      <p:font typeface="Righteous"/>
      <p:regular r:id="rId56"/>
    </p:embeddedFont>
    <p:embeddedFont>
      <p:font typeface="Montserrat ExtraBold"/>
      <p:bold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4EA002-7A7C-4383-BF47-0DB23AE9C867}">
  <a:tblStyle styleId="{4C4EA002-7A7C-4383-BF47-0DB23AE9C86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-regular.fntdata"/><Relationship Id="rId47" Type="http://schemas.openxmlformats.org/officeDocument/2006/relationships/slide" Target="slides/slide42.xml"/><Relationship Id="rId49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ontserrat-boldItalic.fntdata"/><Relationship Id="rId50" Type="http://schemas.openxmlformats.org/officeDocument/2006/relationships/font" Target="fonts/Montserrat-italic.fntdata"/><Relationship Id="rId53" Type="http://schemas.openxmlformats.org/officeDocument/2006/relationships/font" Target="fonts/MontserratMedium-bold.fntdata"/><Relationship Id="rId52" Type="http://schemas.openxmlformats.org/officeDocument/2006/relationships/font" Target="fonts/MontserratMedium-regular.fntdata"/><Relationship Id="rId11" Type="http://schemas.openxmlformats.org/officeDocument/2006/relationships/slide" Target="slides/slide6.xml"/><Relationship Id="rId55" Type="http://schemas.openxmlformats.org/officeDocument/2006/relationships/font" Target="fonts/MontserratMedium-boldItalic.fntdata"/><Relationship Id="rId10" Type="http://schemas.openxmlformats.org/officeDocument/2006/relationships/slide" Target="slides/slide5.xml"/><Relationship Id="rId54" Type="http://schemas.openxmlformats.org/officeDocument/2006/relationships/font" Target="fonts/MontserratMedium-italic.fntdata"/><Relationship Id="rId13" Type="http://schemas.openxmlformats.org/officeDocument/2006/relationships/slide" Target="slides/slide8.xml"/><Relationship Id="rId57" Type="http://schemas.openxmlformats.org/officeDocument/2006/relationships/font" Target="fonts/MontserratExtraBold-bold.fntdata"/><Relationship Id="rId12" Type="http://schemas.openxmlformats.org/officeDocument/2006/relationships/slide" Target="slides/slide7.xml"/><Relationship Id="rId56" Type="http://schemas.openxmlformats.org/officeDocument/2006/relationships/font" Target="fonts/Righteous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MontserratExtraBold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3882914667_0_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1388291466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48e08ff917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148e08ff91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3a5ffacf74_0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13a5ffacf7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3b8a050f0e_3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13b8a050f0e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3b8a050f0e_3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13b8a050f0e_3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3b8a050f0e_3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g13b8a050f0e_3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3b8a050f0e_3_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g13b8a050f0e_3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3b8a050f0e_3_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g13b8a050f0e_3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3882914667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g1388291466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388e5f352e_1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g1388e5f352e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3b8a050f0e_3_2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g13b8a050f0e_3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3b8a050f0e_3_2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g13b8a050f0e_3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1388e5f352e_28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g1388e5f352e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7" name="Google Shape;78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0" name="Google Shape;82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13a5ffacf74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g13a5ffacf7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13b8a050f0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0" name="Google Shape;840;g13b8a050f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f4699a52d4_23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5" name="Google Shape;885;gf4699a52d4_23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13b8a050f0e_0_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g13b8a050f0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13b8a050f0e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0" name="Google Shape;950;g13b8a050f0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13882914667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1" name="Google Shape;991;g1388291466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13b8a050f0e_0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4" name="Google Shape;1024;g13b8a050f0e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13b8a050f0e_0_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7" name="Google Shape;1057;g13b8a050f0e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13b8a050f0e_0_2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0" name="Google Shape;1090;g13b8a050f0e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13b8a050f0e_0_2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6" name="Google Shape;1096;g13b8a050f0e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13882914667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4" name="Google Shape;1104;g1388291466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3ba38a15cb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0" name="Google Shape;1110;g13ba38a15c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13ba38a15cb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7" name="Google Shape;1117;g13ba38a15c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3ba38a15cb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5" name="Google Shape;1125;g13ba38a15c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987075" y="781525"/>
            <a:ext cx="34371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987075" y="2834125"/>
            <a:ext cx="2514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AND_BODY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2" type="title"/>
          </p:nvPr>
        </p:nvSpPr>
        <p:spPr>
          <a:xfrm>
            <a:off x="848400" y="2019475"/>
            <a:ext cx="1695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" name="Google Shape;14;p3"/>
          <p:cNvSpPr txBox="1"/>
          <p:nvPr>
            <p:ph idx="3" type="title"/>
          </p:nvPr>
        </p:nvSpPr>
        <p:spPr>
          <a:xfrm>
            <a:off x="848400" y="28611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848400" y="33654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" name="Google Shape;16;p3"/>
          <p:cNvSpPr txBox="1"/>
          <p:nvPr>
            <p:ph idx="4" type="title"/>
          </p:nvPr>
        </p:nvSpPr>
        <p:spPr>
          <a:xfrm>
            <a:off x="2765499" y="2019475"/>
            <a:ext cx="1695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" name="Google Shape;17;p3"/>
          <p:cNvSpPr txBox="1"/>
          <p:nvPr>
            <p:ph idx="5" type="title"/>
          </p:nvPr>
        </p:nvSpPr>
        <p:spPr>
          <a:xfrm>
            <a:off x="2765499" y="28611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8" name="Google Shape;18;p3"/>
          <p:cNvSpPr txBox="1"/>
          <p:nvPr>
            <p:ph idx="6" type="subTitle"/>
          </p:nvPr>
        </p:nvSpPr>
        <p:spPr>
          <a:xfrm>
            <a:off x="2765499" y="33654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" name="Google Shape;19;p3"/>
          <p:cNvSpPr txBox="1"/>
          <p:nvPr>
            <p:ph idx="7" type="title"/>
          </p:nvPr>
        </p:nvSpPr>
        <p:spPr>
          <a:xfrm>
            <a:off x="4682598" y="2019475"/>
            <a:ext cx="1695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3"/>
          <p:cNvSpPr txBox="1"/>
          <p:nvPr>
            <p:ph idx="8" type="title"/>
          </p:nvPr>
        </p:nvSpPr>
        <p:spPr>
          <a:xfrm>
            <a:off x="4682598" y="28611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1" name="Google Shape;21;p3"/>
          <p:cNvSpPr txBox="1"/>
          <p:nvPr>
            <p:ph idx="9" type="subTitle"/>
          </p:nvPr>
        </p:nvSpPr>
        <p:spPr>
          <a:xfrm>
            <a:off x="4682598" y="33654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3"/>
          <p:cNvSpPr txBox="1"/>
          <p:nvPr>
            <p:ph idx="13" type="title"/>
          </p:nvPr>
        </p:nvSpPr>
        <p:spPr>
          <a:xfrm>
            <a:off x="6599697" y="2019475"/>
            <a:ext cx="1695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" name="Google Shape;23;p3"/>
          <p:cNvSpPr txBox="1"/>
          <p:nvPr>
            <p:ph idx="14" type="title"/>
          </p:nvPr>
        </p:nvSpPr>
        <p:spPr>
          <a:xfrm>
            <a:off x="6599697" y="28611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4" name="Google Shape;24;p3"/>
          <p:cNvSpPr txBox="1"/>
          <p:nvPr>
            <p:ph idx="15" type="subTitle"/>
          </p:nvPr>
        </p:nvSpPr>
        <p:spPr>
          <a:xfrm>
            <a:off x="6599697" y="33654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95163" y="1690704"/>
            <a:ext cx="3247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95163" y="3108204"/>
            <a:ext cx="3247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title"/>
          </p:nvPr>
        </p:nvSpPr>
        <p:spPr>
          <a:xfrm>
            <a:off x="1641413" y="1367754"/>
            <a:ext cx="17547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3">
  <p:cSld name="SECTION_TITLE_AND_DESCRIPTION_1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895163" y="1690704"/>
            <a:ext cx="3247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895163" y="3108204"/>
            <a:ext cx="3247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2" type="title"/>
          </p:nvPr>
        </p:nvSpPr>
        <p:spPr>
          <a:xfrm>
            <a:off x="1641413" y="1367754"/>
            <a:ext cx="17547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5" name="Google Shape;35;p6"/>
          <p:cNvSpPr/>
          <p:nvPr/>
        </p:nvSpPr>
        <p:spPr>
          <a:xfrm>
            <a:off x="6524625" y="0"/>
            <a:ext cx="26193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2">
  <p:cSld name="SECTION_TITLE_AND_DESCRIPTION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-31750" y="-39675"/>
            <a:ext cx="6127800" cy="518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774850" y="1698650"/>
            <a:ext cx="4129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1656850" y="3108204"/>
            <a:ext cx="3247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2" type="title"/>
          </p:nvPr>
        </p:nvSpPr>
        <p:spPr>
          <a:xfrm>
            <a:off x="3149350" y="1367754"/>
            <a:ext cx="17547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18250" y="1345650"/>
            <a:ext cx="2808000" cy="29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SECTION_TITLE_AND_DESCRIPTION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2674202" y="1469300"/>
            <a:ext cx="37956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AND_BODY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2" type="title"/>
          </p:nvPr>
        </p:nvSpPr>
        <p:spPr>
          <a:xfrm>
            <a:off x="848400" y="30135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9" name="Google Shape;49;p10"/>
          <p:cNvSpPr txBox="1"/>
          <p:nvPr>
            <p:ph idx="1" type="subTitle"/>
          </p:nvPr>
        </p:nvSpPr>
        <p:spPr>
          <a:xfrm>
            <a:off x="848400" y="33654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0" name="Google Shape;50;p10"/>
          <p:cNvSpPr txBox="1"/>
          <p:nvPr>
            <p:ph idx="3" type="title"/>
          </p:nvPr>
        </p:nvSpPr>
        <p:spPr>
          <a:xfrm>
            <a:off x="2765499" y="30135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1" name="Google Shape;51;p10"/>
          <p:cNvSpPr txBox="1"/>
          <p:nvPr>
            <p:ph idx="4" type="subTitle"/>
          </p:nvPr>
        </p:nvSpPr>
        <p:spPr>
          <a:xfrm>
            <a:off x="2765499" y="33654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2" name="Google Shape;52;p10"/>
          <p:cNvSpPr txBox="1"/>
          <p:nvPr>
            <p:ph idx="5" type="title"/>
          </p:nvPr>
        </p:nvSpPr>
        <p:spPr>
          <a:xfrm>
            <a:off x="4682598" y="30135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3" name="Google Shape;53;p10"/>
          <p:cNvSpPr txBox="1"/>
          <p:nvPr>
            <p:ph idx="6" type="subTitle"/>
          </p:nvPr>
        </p:nvSpPr>
        <p:spPr>
          <a:xfrm>
            <a:off x="4682598" y="33654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4" name="Google Shape;54;p10"/>
          <p:cNvSpPr txBox="1"/>
          <p:nvPr>
            <p:ph idx="7" type="title"/>
          </p:nvPr>
        </p:nvSpPr>
        <p:spPr>
          <a:xfrm>
            <a:off x="6599697" y="30135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5" name="Google Shape;55;p10"/>
          <p:cNvSpPr txBox="1"/>
          <p:nvPr>
            <p:ph idx="8" type="subTitle"/>
          </p:nvPr>
        </p:nvSpPr>
        <p:spPr>
          <a:xfrm>
            <a:off x="6599697" y="33654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idea">
  <p:cSld name="TITLE_AND_TWO_COLUMNS_1_1_1_1_1">
    <p:bg>
      <p:bgPr>
        <a:solidFill>
          <a:schemeClr val="accen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1409700" y="647700"/>
            <a:ext cx="6191100" cy="38100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1"/>
          <p:cNvSpPr/>
          <p:nvPr/>
        </p:nvSpPr>
        <p:spPr>
          <a:xfrm>
            <a:off x="3314550" y="1390650"/>
            <a:ext cx="4991100" cy="232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1"/>
          <p:cNvSpPr txBox="1"/>
          <p:nvPr>
            <p:ph type="title"/>
          </p:nvPr>
        </p:nvSpPr>
        <p:spPr>
          <a:xfrm>
            <a:off x="818250" y="1409700"/>
            <a:ext cx="74874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0"/>
              <a:buNone/>
              <a:defRPr sz="70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818250" y="450150"/>
            <a:ext cx="3070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5786451" y="3831950"/>
            <a:ext cx="25224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0" name="Google Shape;70;p14"/>
          <p:cNvSpPr txBox="1"/>
          <p:nvPr>
            <p:ph idx="2" type="title"/>
          </p:nvPr>
        </p:nvSpPr>
        <p:spPr>
          <a:xfrm>
            <a:off x="818250" y="459775"/>
            <a:ext cx="4579200" cy="24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Title + Three 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2" type="title"/>
          </p:nvPr>
        </p:nvSpPr>
        <p:spPr>
          <a:xfrm>
            <a:off x="1277050" y="3033233"/>
            <a:ext cx="18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1277050" y="3365450"/>
            <a:ext cx="1875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5" name="Google Shape;75;p15"/>
          <p:cNvSpPr txBox="1"/>
          <p:nvPr>
            <p:ph idx="3" type="title"/>
          </p:nvPr>
        </p:nvSpPr>
        <p:spPr>
          <a:xfrm>
            <a:off x="3634348" y="3033233"/>
            <a:ext cx="18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6" name="Google Shape;76;p15"/>
          <p:cNvSpPr txBox="1"/>
          <p:nvPr>
            <p:ph idx="4" type="subTitle"/>
          </p:nvPr>
        </p:nvSpPr>
        <p:spPr>
          <a:xfrm>
            <a:off x="3634348" y="3365450"/>
            <a:ext cx="1875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7" name="Google Shape;77;p15"/>
          <p:cNvSpPr txBox="1"/>
          <p:nvPr>
            <p:ph idx="5" type="title"/>
          </p:nvPr>
        </p:nvSpPr>
        <p:spPr>
          <a:xfrm>
            <a:off x="5991647" y="3033233"/>
            <a:ext cx="18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8" name="Google Shape;78;p15"/>
          <p:cNvSpPr txBox="1"/>
          <p:nvPr>
            <p:ph idx="6" type="subTitle"/>
          </p:nvPr>
        </p:nvSpPr>
        <p:spPr>
          <a:xfrm>
            <a:off x="5991647" y="3365450"/>
            <a:ext cx="1875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 3">
    <p:bg>
      <p:bgPr>
        <a:solidFill>
          <a:schemeClr val="accen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818250" y="459775"/>
            <a:ext cx="748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2417700" y="1859620"/>
            <a:ext cx="4308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2799450" y="3211100"/>
            <a:ext cx="35451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4" name="Google Shape;84;p17"/>
          <p:cNvSpPr txBox="1"/>
          <p:nvPr>
            <p:ph idx="2"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Numbers and text 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675900" y="1345956"/>
            <a:ext cx="17922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87" name="Google Shape;87;p18"/>
          <p:cNvSpPr txBox="1"/>
          <p:nvPr>
            <p:ph idx="2" type="title"/>
          </p:nvPr>
        </p:nvSpPr>
        <p:spPr>
          <a:xfrm>
            <a:off x="3358650" y="1798900"/>
            <a:ext cx="24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3642600" y="2074650"/>
            <a:ext cx="18588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9" name="Google Shape;89;p18"/>
          <p:cNvSpPr txBox="1"/>
          <p:nvPr>
            <p:ph idx="3"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4" type="title"/>
          </p:nvPr>
        </p:nvSpPr>
        <p:spPr>
          <a:xfrm>
            <a:off x="6162775" y="1294300"/>
            <a:ext cx="17922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91" name="Google Shape;91;p18"/>
          <p:cNvSpPr txBox="1"/>
          <p:nvPr>
            <p:ph idx="5" type="title"/>
          </p:nvPr>
        </p:nvSpPr>
        <p:spPr>
          <a:xfrm>
            <a:off x="5845525" y="1798900"/>
            <a:ext cx="24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2" name="Google Shape;92;p18"/>
          <p:cNvSpPr txBox="1"/>
          <p:nvPr>
            <p:ph idx="6" type="subTitle"/>
          </p:nvPr>
        </p:nvSpPr>
        <p:spPr>
          <a:xfrm>
            <a:off x="6129475" y="2074650"/>
            <a:ext cx="18219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3" name="Google Shape;93;p18"/>
          <p:cNvSpPr txBox="1"/>
          <p:nvPr>
            <p:ph idx="7" type="title"/>
          </p:nvPr>
        </p:nvSpPr>
        <p:spPr>
          <a:xfrm>
            <a:off x="1189025" y="1294300"/>
            <a:ext cx="17922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94" name="Google Shape;94;p18"/>
          <p:cNvSpPr txBox="1"/>
          <p:nvPr>
            <p:ph idx="8" type="title"/>
          </p:nvPr>
        </p:nvSpPr>
        <p:spPr>
          <a:xfrm>
            <a:off x="871775" y="1798900"/>
            <a:ext cx="242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5" name="Google Shape;95;p18"/>
          <p:cNvSpPr txBox="1"/>
          <p:nvPr>
            <p:ph idx="9" type="subTitle"/>
          </p:nvPr>
        </p:nvSpPr>
        <p:spPr>
          <a:xfrm>
            <a:off x="1155725" y="2074650"/>
            <a:ext cx="18588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818250" y="2097750"/>
            <a:ext cx="2539200" cy="16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type="title"/>
          </p:nvPr>
        </p:nvSpPr>
        <p:spPr>
          <a:xfrm>
            <a:off x="818250" y="459775"/>
            <a:ext cx="456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">
  <p:cSld name="TITLE_AND_BODY_1_1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2" type="title"/>
          </p:nvPr>
        </p:nvSpPr>
        <p:spPr>
          <a:xfrm>
            <a:off x="669900" y="3453858"/>
            <a:ext cx="18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2" name="Google Shape;102;p20"/>
          <p:cNvSpPr txBox="1"/>
          <p:nvPr>
            <p:ph idx="1" type="subTitle"/>
          </p:nvPr>
        </p:nvSpPr>
        <p:spPr>
          <a:xfrm>
            <a:off x="669900" y="3786075"/>
            <a:ext cx="1875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03" name="Google Shape;103;p20"/>
          <p:cNvSpPr txBox="1"/>
          <p:nvPr>
            <p:ph idx="3" type="title"/>
          </p:nvPr>
        </p:nvSpPr>
        <p:spPr>
          <a:xfrm>
            <a:off x="2646198" y="3453858"/>
            <a:ext cx="18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4" name="Google Shape;104;p20"/>
          <p:cNvSpPr txBox="1"/>
          <p:nvPr>
            <p:ph idx="4" type="subTitle"/>
          </p:nvPr>
        </p:nvSpPr>
        <p:spPr>
          <a:xfrm>
            <a:off x="2646198" y="3786075"/>
            <a:ext cx="1875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05" name="Google Shape;105;p20"/>
          <p:cNvSpPr txBox="1"/>
          <p:nvPr>
            <p:ph idx="5" type="title"/>
          </p:nvPr>
        </p:nvSpPr>
        <p:spPr>
          <a:xfrm>
            <a:off x="4622497" y="3453858"/>
            <a:ext cx="18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6" name="Google Shape;106;p20"/>
          <p:cNvSpPr txBox="1"/>
          <p:nvPr>
            <p:ph idx="6" type="subTitle"/>
          </p:nvPr>
        </p:nvSpPr>
        <p:spPr>
          <a:xfrm>
            <a:off x="4622497" y="3786075"/>
            <a:ext cx="1875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07" name="Google Shape;107;p20"/>
          <p:cNvSpPr txBox="1"/>
          <p:nvPr>
            <p:ph idx="7" type="title"/>
          </p:nvPr>
        </p:nvSpPr>
        <p:spPr>
          <a:xfrm>
            <a:off x="2646200" y="1778458"/>
            <a:ext cx="18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8" name="Google Shape;108;p20"/>
          <p:cNvSpPr txBox="1"/>
          <p:nvPr>
            <p:ph idx="8" type="subTitle"/>
          </p:nvPr>
        </p:nvSpPr>
        <p:spPr>
          <a:xfrm>
            <a:off x="2646200" y="2110675"/>
            <a:ext cx="1875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09" name="Google Shape;109;p20"/>
          <p:cNvSpPr txBox="1"/>
          <p:nvPr>
            <p:ph idx="9" type="title"/>
          </p:nvPr>
        </p:nvSpPr>
        <p:spPr>
          <a:xfrm>
            <a:off x="4622498" y="1778458"/>
            <a:ext cx="18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0" name="Google Shape;110;p20"/>
          <p:cNvSpPr txBox="1"/>
          <p:nvPr>
            <p:ph idx="13" type="subTitle"/>
          </p:nvPr>
        </p:nvSpPr>
        <p:spPr>
          <a:xfrm>
            <a:off x="4622498" y="2110675"/>
            <a:ext cx="1875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4" type="title"/>
          </p:nvPr>
        </p:nvSpPr>
        <p:spPr>
          <a:xfrm>
            <a:off x="6598797" y="1778458"/>
            <a:ext cx="18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2" name="Google Shape;112;p20"/>
          <p:cNvSpPr txBox="1"/>
          <p:nvPr>
            <p:ph idx="15" type="subTitle"/>
          </p:nvPr>
        </p:nvSpPr>
        <p:spPr>
          <a:xfrm>
            <a:off x="6598797" y="2110675"/>
            <a:ext cx="1875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  3">
  <p:cSld name="TITLE_AND_BODY_1_1_1_3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2" type="title"/>
          </p:nvPr>
        </p:nvSpPr>
        <p:spPr>
          <a:xfrm>
            <a:off x="1454388" y="2583950"/>
            <a:ext cx="249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1454388" y="2916172"/>
            <a:ext cx="2493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7" name="Google Shape;117;p21"/>
          <p:cNvSpPr txBox="1"/>
          <p:nvPr>
            <p:ph idx="3" type="title"/>
          </p:nvPr>
        </p:nvSpPr>
        <p:spPr>
          <a:xfrm>
            <a:off x="5196323" y="2583950"/>
            <a:ext cx="249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8" name="Google Shape;118;p21"/>
          <p:cNvSpPr txBox="1"/>
          <p:nvPr>
            <p:ph idx="4" type="subTitle"/>
          </p:nvPr>
        </p:nvSpPr>
        <p:spPr>
          <a:xfrm>
            <a:off x="5196323" y="2916172"/>
            <a:ext cx="2493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9" name="Google Shape;119;p21"/>
          <p:cNvSpPr txBox="1"/>
          <p:nvPr>
            <p:ph idx="5" type="title"/>
          </p:nvPr>
        </p:nvSpPr>
        <p:spPr>
          <a:xfrm>
            <a:off x="1853100" y="1868675"/>
            <a:ext cx="1695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0" name="Google Shape;120;p21"/>
          <p:cNvSpPr txBox="1"/>
          <p:nvPr>
            <p:ph idx="6" type="title"/>
          </p:nvPr>
        </p:nvSpPr>
        <p:spPr>
          <a:xfrm>
            <a:off x="5595025" y="1868675"/>
            <a:ext cx="1695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and credits">
  <p:cSld name="SECTION_TITLE_AND_DESCRIPTION_2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idx="1" type="subTitle"/>
          </p:nvPr>
        </p:nvSpPr>
        <p:spPr>
          <a:xfrm>
            <a:off x="818250" y="1106038"/>
            <a:ext cx="34926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3" name="Google Shape;123;p22"/>
          <p:cNvSpPr txBox="1"/>
          <p:nvPr>
            <p:ph type="title"/>
          </p:nvPr>
        </p:nvSpPr>
        <p:spPr>
          <a:xfrm>
            <a:off x="818250" y="459775"/>
            <a:ext cx="353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/>
        </p:nvSpPr>
        <p:spPr>
          <a:xfrm>
            <a:off x="818250" y="3303950"/>
            <a:ext cx="30624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b="0" i="0" lang="en" sz="900" u="none" cap="none" strike="noStrik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/>
              </a:rPr>
              <a:t>Slidesgo</a:t>
            </a:r>
            <a:r>
              <a:rPr b="0" i="0" lang="en" sz="9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0" i="0" lang="en" sz="900" u="none" cap="none" strike="noStrik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Flaticon</a:t>
            </a:r>
            <a:r>
              <a:rPr b="0" i="0" lang="en" sz="9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b="0" i="0" lang="en" sz="900" u="none" cap="none" strike="noStrike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Freepik</a:t>
            </a:r>
            <a:r>
              <a:rPr b="0" i="0" lang="en" sz="9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b="0" i="0" sz="9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TITLE_AND_TWO_COLUMNS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985975" y="1185700"/>
            <a:ext cx="33669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2" type="body"/>
          </p:nvPr>
        </p:nvSpPr>
        <p:spPr>
          <a:xfrm>
            <a:off x="4791125" y="1185700"/>
            <a:ext cx="33669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CAPTION_ONLY_1_1">
    <p:bg>
      <p:bgPr>
        <a:solidFill>
          <a:schemeClr val="accen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925800" y="3831950"/>
            <a:ext cx="3070200" cy="710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365750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 b="0"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ExtraBold"/>
              <a:buNone/>
              <a:defRPr sz="14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ExtraBold"/>
              <a:buNone/>
              <a:defRPr sz="14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ExtraBold"/>
              <a:buNone/>
              <a:defRPr sz="14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ExtraBold"/>
              <a:buNone/>
              <a:defRPr sz="14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ExtraBold"/>
              <a:buNone/>
              <a:defRPr sz="14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ExtraBold"/>
              <a:buNone/>
              <a:defRPr sz="14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ExtraBold"/>
              <a:buNone/>
              <a:defRPr sz="14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ExtraBold"/>
              <a:buNone/>
              <a:defRPr sz="14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32" name="Google Shape;132;p25"/>
          <p:cNvSpPr txBox="1"/>
          <p:nvPr>
            <p:ph idx="2" type="title"/>
          </p:nvPr>
        </p:nvSpPr>
        <p:spPr>
          <a:xfrm>
            <a:off x="818250" y="459775"/>
            <a:ext cx="6424500" cy="24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700"/>
              <a:buNone/>
              <a:defRPr sz="37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2">
  <p:cSld name="TITLE_AND_BODY_1_1_4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/>
          <p:nvPr/>
        </p:nvSpPr>
        <p:spPr>
          <a:xfrm>
            <a:off x="-78000" y="3191450"/>
            <a:ext cx="9300000" cy="205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6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2" type="title"/>
          </p:nvPr>
        </p:nvSpPr>
        <p:spPr>
          <a:xfrm>
            <a:off x="972250" y="3490433"/>
            <a:ext cx="18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7" name="Google Shape;137;p26"/>
          <p:cNvSpPr txBox="1"/>
          <p:nvPr>
            <p:ph idx="1" type="subTitle"/>
          </p:nvPr>
        </p:nvSpPr>
        <p:spPr>
          <a:xfrm>
            <a:off x="972250" y="3822650"/>
            <a:ext cx="1875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8" name="Google Shape;138;p26"/>
          <p:cNvSpPr txBox="1"/>
          <p:nvPr>
            <p:ph idx="3" type="title"/>
          </p:nvPr>
        </p:nvSpPr>
        <p:spPr>
          <a:xfrm>
            <a:off x="3634350" y="3490433"/>
            <a:ext cx="18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9" name="Google Shape;139;p26"/>
          <p:cNvSpPr txBox="1"/>
          <p:nvPr>
            <p:ph idx="4" type="subTitle"/>
          </p:nvPr>
        </p:nvSpPr>
        <p:spPr>
          <a:xfrm>
            <a:off x="3634350" y="3822650"/>
            <a:ext cx="1875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0" name="Google Shape;140;p26"/>
          <p:cNvSpPr txBox="1"/>
          <p:nvPr>
            <p:ph idx="5" type="title"/>
          </p:nvPr>
        </p:nvSpPr>
        <p:spPr>
          <a:xfrm>
            <a:off x="6296447" y="3490433"/>
            <a:ext cx="18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1" name="Google Shape;141;p26"/>
          <p:cNvSpPr txBox="1"/>
          <p:nvPr>
            <p:ph idx="6" type="subTitle"/>
          </p:nvPr>
        </p:nvSpPr>
        <p:spPr>
          <a:xfrm>
            <a:off x="6296447" y="3822650"/>
            <a:ext cx="1875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2">
  <p:cSld name="TITLE_AND_BODY_1_1_3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" name="Google Shape;144;p27"/>
          <p:cNvSpPr txBox="1"/>
          <p:nvPr>
            <p:ph idx="2" type="title"/>
          </p:nvPr>
        </p:nvSpPr>
        <p:spPr>
          <a:xfrm>
            <a:off x="3561450" y="1280625"/>
            <a:ext cx="4287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5" name="Google Shape;145;p27"/>
          <p:cNvSpPr txBox="1"/>
          <p:nvPr>
            <p:ph idx="1" type="subTitle"/>
          </p:nvPr>
        </p:nvSpPr>
        <p:spPr>
          <a:xfrm>
            <a:off x="3561450" y="1612843"/>
            <a:ext cx="4287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6" name="Google Shape;146;p27"/>
          <p:cNvSpPr txBox="1"/>
          <p:nvPr>
            <p:ph idx="3" type="title"/>
          </p:nvPr>
        </p:nvSpPr>
        <p:spPr>
          <a:xfrm>
            <a:off x="3561450" y="2405454"/>
            <a:ext cx="4287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7" name="Google Shape;147;p27"/>
          <p:cNvSpPr txBox="1"/>
          <p:nvPr>
            <p:ph idx="4" type="subTitle"/>
          </p:nvPr>
        </p:nvSpPr>
        <p:spPr>
          <a:xfrm>
            <a:off x="3561450" y="2737672"/>
            <a:ext cx="4287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8" name="Google Shape;148;p27"/>
          <p:cNvSpPr txBox="1"/>
          <p:nvPr>
            <p:ph idx="5" type="title"/>
          </p:nvPr>
        </p:nvSpPr>
        <p:spPr>
          <a:xfrm>
            <a:off x="3561450" y="3530282"/>
            <a:ext cx="4287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49" name="Google Shape;149;p27"/>
          <p:cNvSpPr txBox="1"/>
          <p:nvPr>
            <p:ph idx="6" type="subTitle"/>
          </p:nvPr>
        </p:nvSpPr>
        <p:spPr>
          <a:xfrm>
            <a:off x="3561450" y="3862500"/>
            <a:ext cx="4287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3">
  <p:cSld name="TITLE_AND_BODY_1_1_3_1">
    <p:bg>
      <p:bgPr>
        <a:solidFill>
          <a:schemeClr val="accen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p28"/>
          <p:cNvSpPr txBox="1"/>
          <p:nvPr>
            <p:ph idx="2" type="title"/>
          </p:nvPr>
        </p:nvSpPr>
        <p:spPr>
          <a:xfrm>
            <a:off x="965700" y="2822800"/>
            <a:ext cx="199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28"/>
          <p:cNvSpPr txBox="1"/>
          <p:nvPr>
            <p:ph idx="1" type="subTitle"/>
          </p:nvPr>
        </p:nvSpPr>
        <p:spPr>
          <a:xfrm>
            <a:off x="965700" y="3155019"/>
            <a:ext cx="1997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4" name="Google Shape;154;p28"/>
          <p:cNvSpPr txBox="1"/>
          <p:nvPr>
            <p:ph idx="3" type="title"/>
          </p:nvPr>
        </p:nvSpPr>
        <p:spPr>
          <a:xfrm>
            <a:off x="3573147" y="2822800"/>
            <a:ext cx="199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5" name="Google Shape;155;p28"/>
          <p:cNvSpPr txBox="1"/>
          <p:nvPr>
            <p:ph idx="4" type="subTitle"/>
          </p:nvPr>
        </p:nvSpPr>
        <p:spPr>
          <a:xfrm>
            <a:off x="3573147" y="3155019"/>
            <a:ext cx="1997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6" name="Google Shape;156;p28"/>
          <p:cNvSpPr txBox="1"/>
          <p:nvPr>
            <p:ph idx="5" type="title"/>
          </p:nvPr>
        </p:nvSpPr>
        <p:spPr>
          <a:xfrm>
            <a:off x="6180589" y="2822800"/>
            <a:ext cx="199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7" name="Google Shape;157;p28"/>
          <p:cNvSpPr txBox="1"/>
          <p:nvPr>
            <p:ph idx="6" type="subTitle"/>
          </p:nvPr>
        </p:nvSpPr>
        <p:spPr>
          <a:xfrm>
            <a:off x="6180589" y="3155019"/>
            <a:ext cx="1997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 2">
  <p:cSld name="BIG_NUMBER_1_1">
    <p:bg>
      <p:bgPr>
        <a:solidFill>
          <a:schemeClr val="accen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29"/>
          <p:cNvSpPr txBox="1"/>
          <p:nvPr>
            <p:ph idx="2" type="title"/>
          </p:nvPr>
        </p:nvSpPr>
        <p:spPr>
          <a:xfrm>
            <a:off x="720027" y="1551500"/>
            <a:ext cx="29262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None/>
              <a:defRPr sz="47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9pPr>
          </a:lstStyle>
          <a:p/>
        </p:txBody>
      </p:sp>
      <p:sp>
        <p:nvSpPr>
          <p:cNvPr id="161" name="Google Shape;161;p29"/>
          <p:cNvSpPr txBox="1"/>
          <p:nvPr>
            <p:ph idx="3" type="title"/>
          </p:nvPr>
        </p:nvSpPr>
        <p:spPr>
          <a:xfrm>
            <a:off x="2781000" y="2703125"/>
            <a:ext cx="29262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None/>
              <a:defRPr sz="47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9pPr>
          </a:lstStyle>
          <a:p/>
        </p:txBody>
      </p:sp>
      <p:sp>
        <p:nvSpPr>
          <p:cNvPr id="162" name="Google Shape;162;p29"/>
          <p:cNvSpPr txBox="1"/>
          <p:nvPr>
            <p:ph idx="4" type="ctrTitle"/>
          </p:nvPr>
        </p:nvSpPr>
        <p:spPr>
          <a:xfrm>
            <a:off x="3231365" y="4069650"/>
            <a:ext cx="21030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9pPr>
          </a:lstStyle>
          <a:p/>
        </p:txBody>
      </p:sp>
      <p:sp>
        <p:nvSpPr>
          <p:cNvPr id="163" name="Google Shape;163;p29"/>
          <p:cNvSpPr txBox="1"/>
          <p:nvPr>
            <p:ph idx="5" type="title"/>
          </p:nvPr>
        </p:nvSpPr>
        <p:spPr>
          <a:xfrm>
            <a:off x="719975" y="3854700"/>
            <a:ext cx="29280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None/>
              <a:defRPr sz="47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Righteous"/>
              <a:buNone/>
              <a:defRPr sz="4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9pPr>
          </a:lstStyle>
          <a:p/>
        </p:txBody>
      </p:sp>
      <p:sp>
        <p:nvSpPr>
          <p:cNvPr id="164" name="Google Shape;164;p29"/>
          <p:cNvSpPr txBox="1"/>
          <p:nvPr>
            <p:ph idx="6" type="ctrTitle"/>
          </p:nvPr>
        </p:nvSpPr>
        <p:spPr>
          <a:xfrm>
            <a:off x="3231365" y="1760600"/>
            <a:ext cx="21030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9pPr>
          </a:lstStyle>
          <a:p/>
        </p:txBody>
      </p:sp>
      <p:sp>
        <p:nvSpPr>
          <p:cNvPr id="165" name="Google Shape;165;p29"/>
          <p:cNvSpPr txBox="1"/>
          <p:nvPr>
            <p:ph idx="7" type="ctrTitle"/>
          </p:nvPr>
        </p:nvSpPr>
        <p:spPr>
          <a:xfrm>
            <a:off x="5294376" y="2938750"/>
            <a:ext cx="26202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None/>
              <a:defRPr sz="2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Righteous"/>
              <a:buNone/>
              <a:defRPr sz="1700">
                <a:solidFill>
                  <a:schemeClr val="lt2"/>
                </a:solidFill>
                <a:latin typeface="Righteous"/>
                <a:ea typeface="Righteous"/>
                <a:cs typeface="Righteous"/>
                <a:sym typeface="Righteous"/>
              </a:defRPr>
            </a:lvl9pPr>
          </a:lstStyle>
          <a:p/>
        </p:txBody>
      </p:sp>
      <p:sp>
        <p:nvSpPr>
          <p:cNvPr id="166" name="Google Shape;166;p29"/>
          <p:cNvSpPr/>
          <p:nvPr/>
        </p:nvSpPr>
        <p:spPr>
          <a:xfrm>
            <a:off x="454800" y="1531975"/>
            <a:ext cx="6042900" cy="924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9"/>
          <p:cNvSpPr/>
          <p:nvPr/>
        </p:nvSpPr>
        <p:spPr>
          <a:xfrm>
            <a:off x="2520863" y="2670100"/>
            <a:ext cx="6042900" cy="924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9"/>
          <p:cNvSpPr/>
          <p:nvPr/>
        </p:nvSpPr>
        <p:spPr>
          <a:xfrm>
            <a:off x="468675" y="3808225"/>
            <a:ext cx="6042900" cy="924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 3">
  <p:cSld name="BIG_NUMBER_1_1_1">
    <p:bg>
      <p:bgPr>
        <a:solidFill>
          <a:schemeClr val="accen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p30"/>
          <p:cNvSpPr txBox="1"/>
          <p:nvPr>
            <p:ph idx="2" type="title"/>
          </p:nvPr>
        </p:nvSpPr>
        <p:spPr>
          <a:xfrm>
            <a:off x="1843050" y="1465775"/>
            <a:ext cx="54579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700"/>
              <a:buNone/>
              <a:defRPr sz="47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700"/>
              <a:buFont typeface="Righteous"/>
              <a:buNone/>
              <a:defRPr sz="4700">
                <a:solidFill>
                  <a:schemeClr val="accent3"/>
                </a:solidFill>
                <a:latin typeface="Righteous"/>
                <a:ea typeface="Righteous"/>
                <a:cs typeface="Righteous"/>
                <a:sym typeface="Righteou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700"/>
              <a:buFont typeface="Righteous"/>
              <a:buNone/>
              <a:defRPr sz="4700">
                <a:solidFill>
                  <a:schemeClr val="accent3"/>
                </a:solidFill>
                <a:latin typeface="Righteous"/>
                <a:ea typeface="Righteous"/>
                <a:cs typeface="Righteous"/>
                <a:sym typeface="Righteou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700"/>
              <a:buFont typeface="Righteous"/>
              <a:buNone/>
              <a:defRPr sz="4700">
                <a:solidFill>
                  <a:schemeClr val="accent3"/>
                </a:solidFill>
                <a:latin typeface="Righteous"/>
                <a:ea typeface="Righteous"/>
                <a:cs typeface="Righteous"/>
                <a:sym typeface="Righteou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700"/>
              <a:buFont typeface="Righteous"/>
              <a:buNone/>
              <a:defRPr sz="4700">
                <a:solidFill>
                  <a:schemeClr val="accent3"/>
                </a:solidFill>
                <a:latin typeface="Righteous"/>
                <a:ea typeface="Righteous"/>
                <a:cs typeface="Righteous"/>
                <a:sym typeface="Righteou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700"/>
              <a:buFont typeface="Righteous"/>
              <a:buNone/>
              <a:defRPr sz="4700">
                <a:solidFill>
                  <a:schemeClr val="accent3"/>
                </a:solidFill>
                <a:latin typeface="Righteous"/>
                <a:ea typeface="Righteous"/>
                <a:cs typeface="Righteous"/>
                <a:sym typeface="Righteou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700"/>
              <a:buFont typeface="Righteous"/>
              <a:buNone/>
              <a:defRPr sz="4700">
                <a:solidFill>
                  <a:schemeClr val="accent3"/>
                </a:solidFill>
                <a:latin typeface="Righteous"/>
                <a:ea typeface="Righteous"/>
                <a:cs typeface="Righteous"/>
                <a:sym typeface="Righteou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700"/>
              <a:buFont typeface="Righteous"/>
              <a:buNone/>
              <a:defRPr sz="4700">
                <a:solidFill>
                  <a:schemeClr val="accent3"/>
                </a:solidFill>
                <a:latin typeface="Righteous"/>
                <a:ea typeface="Righteous"/>
                <a:cs typeface="Righteous"/>
                <a:sym typeface="Righteou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700"/>
              <a:buFont typeface="Righteous"/>
              <a:buNone/>
              <a:defRPr sz="4700">
                <a:solidFill>
                  <a:schemeClr val="accent3"/>
                </a:solidFill>
                <a:latin typeface="Righteous"/>
                <a:ea typeface="Righteous"/>
                <a:cs typeface="Righteous"/>
                <a:sym typeface="Righteous"/>
              </a:defRPr>
            </a:lvl9pPr>
          </a:lstStyle>
          <a:p/>
        </p:txBody>
      </p:sp>
      <p:sp>
        <p:nvSpPr>
          <p:cNvPr id="172" name="Google Shape;172;p30"/>
          <p:cNvSpPr txBox="1"/>
          <p:nvPr>
            <p:ph idx="3" type="title"/>
          </p:nvPr>
        </p:nvSpPr>
        <p:spPr>
          <a:xfrm>
            <a:off x="1843050" y="2922200"/>
            <a:ext cx="54579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700"/>
              <a:buNone/>
              <a:defRPr sz="47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700"/>
              <a:buFont typeface="Righteous"/>
              <a:buNone/>
              <a:defRPr sz="4700">
                <a:solidFill>
                  <a:schemeClr val="accent3"/>
                </a:solidFill>
                <a:latin typeface="Righteous"/>
                <a:ea typeface="Righteous"/>
                <a:cs typeface="Righteous"/>
                <a:sym typeface="Righteou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700"/>
              <a:buFont typeface="Righteous"/>
              <a:buNone/>
              <a:defRPr sz="4700">
                <a:solidFill>
                  <a:schemeClr val="accent3"/>
                </a:solidFill>
                <a:latin typeface="Righteous"/>
                <a:ea typeface="Righteous"/>
                <a:cs typeface="Righteous"/>
                <a:sym typeface="Righteou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700"/>
              <a:buFont typeface="Righteous"/>
              <a:buNone/>
              <a:defRPr sz="4700">
                <a:solidFill>
                  <a:schemeClr val="accent3"/>
                </a:solidFill>
                <a:latin typeface="Righteous"/>
                <a:ea typeface="Righteous"/>
                <a:cs typeface="Righteous"/>
                <a:sym typeface="Righteou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700"/>
              <a:buFont typeface="Righteous"/>
              <a:buNone/>
              <a:defRPr sz="4700">
                <a:solidFill>
                  <a:schemeClr val="accent3"/>
                </a:solidFill>
                <a:latin typeface="Righteous"/>
                <a:ea typeface="Righteous"/>
                <a:cs typeface="Righteous"/>
                <a:sym typeface="Righteou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700"/>
              <a:buFont typeface="Righteous"/>
              <a:buNone/>
              <a:defRPr sz="4700">
                <a:solidFill>
                  <a:schemeClr val="accent3"/>
                </a:solidFill>
                <a:latin typeface="Righteous"/>
                <a:ea typeface="Righteous"/>
                <a:cs typeface="Righteous"/>
                <a:sym typeface="Righteou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700"/>
              <a:buFont typeface="Righteous"/>
              <a:buNone/>
              <a:defRPr sz="4700">
                <a:solidFill>
                  <a:schemeClr val="accent3"/>
                </a:solidFill>
                <a:latin typeface="Righteous"/>
                <a:ea typeface="Righteous"/>
                <a:cs typeface="Righteous"/>
                <a:sym typeface="Righteou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700"/>
              <a:buFont typeface="Righteous"/>
              <a:buNone/>
              <a:defRPr sz="4700">
                <a:solidFill>
                  <a:schemeClr val="accent3"/>
                </a:solidFill>
                <a:latin typeface="Righteous"/>
                <a:ea typeface="Righteous"/>
                <a:cs typeface="Righteous"/>
                <a:sym typeface="Righteou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700"/>
              <a:buFont typeface="Righteous"/>
              <a:buNone/>
              <a:defRPr sz="4700">
                <a:solidFill>
                  <a:schemeClr val="accent3"/>
                </a:solidFill>
                <a:latin typeface="Righteous"/>
                <a:ea typeface="Righteous"/>
                <a:cs typeface="Righteous"/>
                <a:sym typeface="Righteous"/>
              </a:defRPr>
            </a:lvl9pPr>
          </a:lstStyle>
          <a:p/>
        </p:txBody>
      </p:sp>
      <p:sp>
        <p:nvSpPr>
          <p:cNvPr id="173" name="Google Shape;173;p30"/>
          <p:cNvSpPr txBox="1"/>
          <p:nvPr>
            <p:ph idx="4" type="ctrTitle"/>
          </p:nvPr>
        </p:nvSpPr>
        <p:spPr>
          <a:xfrm>
            <a:off x="2128500" y="2324075"/>
            <a:ext cx="48870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None/>
              <a:defRPr b="0" sz="14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None/>
              <a:defRPr sz="14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None/>
              <a:defRPr sz="14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None/>
              <a:defRPr sz="14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None/>
              <a:defRPr sz="14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None/>
              <a:defRPr sz="14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None/>
              <a:defRPr sz="14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None/>
              <a:defRPr sz="14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None/>
              <a:defRPr sz="14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74" name="Google Shape;174;p30"/>
          <p:cNvSpPr txBox="1"/>
          <p:nvPr>
            <p:ph idx="5" type="ctrTitle"/>
          </p:nvPr>
        </p:nvSpPr>
        <p:spPr>
          <a:xfrm>
            <a:off x="2128500" y="3780500"/>
            <a:ext cx="48870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None/>
              <a:defRPr b="0" sz="14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None/>
              <a:defRPr sz="14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None/>
              <a:defRPr sz="14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None/>
              <a:defRPr sz="14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None/>
              <a:defRPr sz="14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None/>
              <a:defRPr sz="14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None/>
              <a:defRPr sz="14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None/>
              <a:defRPr sz="14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 Medium"/>
              <a:buNone/>
              <a:defRPr sz="14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 3 1">
  <p:cSld name="BIG_NUMBER_1_1_1_1">
    <p:bg>
      <p:bgPr>
        <a:solidFill>
          <a:schemeClr val="accen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7" name="Google Shape;177;p31"/>
          <p:cNvSpPr txBox="1"/>
          <p:nvPr>
            <p:ph idx="2" type="title"/>
          </p:nvPr>
        </p:nvSpPr>
        <p:spPr>
          <a:xfrm>
            <a:off x="3675900" y="3199300"/>
            <a:ext cx="17922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31"/>
          <p:cNvSpPr txBox="1"/>
          <p:nvPr>
            <p:ph idx="3" type="title"/>
          </p:nvPr>
        </p:nvSpPr>
        <p:spPr>
          <a:xfrm>
            <a:off x="3358650" y="3703900"/>
            <a:ext cx="24267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79" name="Google Shape;179;p31"/>
          <p:cNvSpPr txBox="1"/>
          <p:nvPr>
            <p:ph idx="1" type="subTitle"/>
          </p:nvPr>
        </p:nvSpPr>
        <p:spPr>
          <a:xfrm>
            <a:off x="3642600" y="3979650"/>
            <a:ext cx="18588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1"/>
          <p:cNvSpPr txBox="1"/>
          <p:nvPr>
            <p:ph idx="4" type="title"/>
          </p:nvPr>
        </p:nvSpPr>
        <p:spPr>
          <a:xfrm>
            <a:off x="6162775" y="3199300"/>
            <a:ext cx="17922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31"/>
          <p:cNvSpPr txBox="1"/>
          <p:nvPr>
            <p:ph idx="5" type="title"/>
          </p:nvPr>
        </p:nvSpPr>
        <p:spPr>
          <a:xfrm>
            <a:off x="5845525" y="3703900"/>
            <a:ext cx="24267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2" name="Google Shape;182;p31"/>
          <p:cNvSpPr txBox="1"/>
          <p:nvPr>
            <p:ph idx="6" type="subTitle"/>
          </p:nvPr>
        </p:nvSpPr>
        <p:spPr>
          <a:xfrm>
            <a:off x="6130825" y="3979650"/>
            <a:ext cx="18561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31"/>
          <p:cNvSpPr txBox="1"/>
          <p:nvPr>
            <p:ph idx="7" type="title"/>
          </p:nvPr>
        </p:nvSpPr>
        <p:spPr>
          <a:xfrm>
            <a:off x="1189025" y="3199300"/>
            <a:ext cx="17922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4" name="Google Shape;184;p31"/>
          <p:cNvSpPr txBox="1"/>
          <p:nvPr>
            <p:ph idx="8" type="title"/>
          </p:nvPr>
        </p:nvSpPr>
        <p:spPr>
          <a:xfrm>
            <a:off x="871775" y="3703900"/>
            <a:ext cx="24267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31"/>
          <p:cNvSpPr txBox="1"/>
          <p:nvPr>
            <p:ph idx="9" type="subTitle"/>
          </p:nvPr>
        </p:nvSpPr>
        <p:spPr>
          <a:xfrm>
            <a:off x="1155725" y="3979650"/>
            <a:ext cx="18588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2">
  <p:cSld name="TITLE_AND_BODY_1_2_1">
    <p:bg>
      <p:bgPr>
        <a:solidFill>
          <a:schemeClr val="accen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8" name="Google Shape;188;p32"/>
          <p:cNvSpPr txBox="1"/>
          <p:nvPr>
            <p:ph idx="2" type="title"/>
          </p:nvPr>
        </p:nvSpPr>
        <p:spPr>
          <a:xfrm>
            <a:off x="848400" y="3165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9" name="Google Shape;189;p32"/>
          <p:cNvSpPr txBox="1"/>
          <p:nvPr>
            <p:ph idx="1" type="subTitle"/>
          </p:nvPr>
        </p:nvSpPr>
        <p:spPr>
          <a:xfrm>
            <a:off x="848400" y="3517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0" name="Google Shape;190;p32"/>
          <p:cNvSpPr txBox="1"/>
          <p:nvPr>
            <p:ph idx="3" type="title"/>
          </p:nvPr>
        </p:nvSpPr>
        <p:spPr>
          <a:xfrm>
            <a:off x="2765499" y="15657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91" name="Google Shape;191;p32"/>
          <p:cNvSpPr txBox="1"/>
          <p:nvPr>
            <p:ph idx="4" type="subTitle"/>
          </p:nvPr>
        </p:nvSpPr>
        <p:spPr>
          <a:xfrm>
            <a:off x="2765499" y="19176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2" name="Google Shape;192;p32"/>
          <p:cNvSpPr txBox="1"/>
          <p:nvPr>
            <p:ph idx="5" type="title"/>
          </p:nvPr>
        </p:nvSpPr>
        <p:spPr>
          <a:xfrm>
            <a:off x="4682598" y="3165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93" name="Google Shape;193;p32"/>
          <p:cNvSpPr txBox="1"/>
          <p:nvPr>
            <p:ph idx="6" type="subTitle"/>
          </p:nvPr>
        </p:nvSpPr>
        <p:spPr>
          <a:xfrm>
            <a:off x="4682598" y="3517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4" name="Google Shape;194;p32"/>
          <p:cNvSpPr txBox="1"/>
          <p:nvPr>
            <p:ph idx="7" type="title"/>
          </p:nvPr>
        </p:nvSpPr>
        <p:spPr>
          <a:xfrm>
            <a:off x="6599697" y="15657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95" name="Google Shape;195;p32"/>
          <p:cNvSpPr txBox="1"/>
          <p:nvPr>
            <p:ph idx="8" type="subTitle"/>
          </p:nvPr>
        </p:nvSpPr>
        <p:spPr>
          <a:xfrm>
            <a:off x="6599697" y="19176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4">
  <p:cSld name="SECTION_TITLE_AND_DESCRIPTION_1_2_1">
    <p:bg>
      <p:bgPr>
        <a:solidFill>
          <a:schemeClr val="accen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/>
          <p:nvPr/>
        </p:nvSpPr>
        <p:spPr>
          <a:xfrm>
            <a:off x="2473875" y="724050"/>
            <a:ext cx="5744400" cy="36954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3"/>
          <p:cNvSpPr txBox="1"/>
          <p:nvPr>
            <p:ph type="title"/>
          </p:nvPr>
        </p:nvSpPr>
        <p:spPr>
          <a:xfrm>
            <a:off x="3528004" y="1153700"/>
            <a:ext cx="4309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None/>
              <a:defRPr sz="3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9" name="Google Shape;199;p33"/>
          <p:cNvSpPr txBox="1"/>
          <p:nvPr>
            <p:ph idx="1" type="subTitle"/>
          </p:nvPr>
        </p:nvSpPr>
        <p:spPr>
          <a:xfrm>
            <a:off x="4589988" y="2418804"/>
            <a:ext cx="3247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0" name="Google Shape;200;p33"/>
          <p:cNvSpPr txBox="1"/>
          <p:nvPr>
            <p:ph idx="2" type="title"/>
          </p:nvPr>
        </p:nvSpPr>
        <p:spPr>
          <a:xfrm>
            <a:off x="925725" y="1468350"/>
            <a:ext cx="2902200" cy="220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400"/>
              <a:buNone/>
              <a:defRPr sz="134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None/>
              <a:defRPr sz="15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None/>
              <a:defRPr sz="15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None/>
              <a:defRPr sz="15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None/>
              <a:defRPr sz="15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None/>
              <a:defRPr sz="15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None/>
              <a:defRPr sz="15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None/>
              <a:defRPr sz="15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None/>
              <a:defRPr sz="15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1">
  <p:cSld name="TITLE_AND_BODY_1_1_2_1">
    <p:bg>
      <p:bgPr>
        <a:solidFill>
          <a:schemeClr val="accen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2" type="title"/>
          </p:nvPr>
        </p:nvSpPr>
        <p:spPr>
          <a:xfrm>
            <a:off x="974700" y="3453858"/>
            <a:ext cx="18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1" type="subTitle"/>
          </p:nvPr>
        </p:nvSpPr>
        <p:spPr>
          <a:xfrm>
            <a:off x="974700" y="3786075"/>
            <a:ext cx="1875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5" name="Google Shape;205;p34"/>
          <p:cNvSpPr txBox="1"/>
          <p:nvPr>
            <p:ph idx="3" type="title"/>
          </p:nvPr>
        </p:nvSpPr>
        <p:spPr>
          <a:xfrm>
            <a:off x="3634350" y="3453858"/>
            <a:ext cx="18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6" name="Google Shape;206;p34"/>
          <p:cNvSpPr txBox="1"/>
          <p:nvPr>
            <p:ph idx="4" type="subTitle"/>
          </p:nvPr>
        </p:nvSpPr>
        <p:spPr>
          <a:xfrm>
            <a:off x="3634350" y="3786075"/>
            <a:ext cx="1875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7" name="Google Shape;207;p34"/>
          <p:cNvSpPr txBox="1"/>
          <p:nvPr>
            <p:ph idx="5" type="title"/>
          </p:nvPr>
        </p:nvSpPr>
        <p:spPr>
          <a:xfrm>
            <a:off x="6293997" y="3453858"/>
            <a:ext cx="18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8" name="Google Shape;208;p34"/>
          <p:cNvSpPr txBox="1"/>
          <p:nvPr>
            <p:ph idx="6" type="subTitle"/>
          </p:nvPr>
        </p:nvSpPr>
        <p:spPr>
          <a:xfrm>
            <a:off x="6293997" y="3786075"/>
            <a:ext cx="1875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9" name="Google Shape;209;p34"/>
          <p:cNvSpPr txBox="1"/>
          <p:nvPr>
            <p:ph idx="7" type="title"/>
          </p:nvPr>
        </p:nvSpPr>
        <p:spPr>
          <a:xfrm>
            <a:off x="974700" y="1778458"/>
            <a:ext cx="18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0" name="Google Shape;210;p34"/>
          <p:cNvSpPr txBox="1"/>
          <p:nvPr>
            <p:ph idx="8" type="subTitle"/>
          </p:nvPr>
        </p:nvSpPr>
        <p:spPr>
          <a:xfrm>
            <a:off x="974700" y="2110675"/>
            <a:ext cx="1875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1" name="Google Shape;211;p34"/>
          <p:cNvSpPr txBox="1"/>
          <p:nvPr>
            <p:ph idx="9" type="title"/>
          </p:nvPr>
        </p:nvSpPr>
        <p:spPr>
          <a:xfrm>
            <a:off x="3634350" y="1778458"/>
            <a:ext cx="18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34"/>
          <p:cNvSpPr txBox="1"/>
          <p:nvPr>
            <p:ph idx="13" type="subTitle"/>
          </p:nvPr>
        </p:nvSpPr>
        <p:spPr>
          <a:xfrm>
            <a:off x="3634350" y="2110675"/>
            <a:ext cx="1875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3" name="Google Shape;213;p34"/>
          <p:cNvSpPr txBox="1"/>
          <p:nvPr>
            <p:ph idx="14" type="title"/>
          </p:nvPr>
        </p:nvSpPr>
        <p:spPr>
          <a:xfrm>
            <a:off x="6293997" y="1778458"/>
            <a:ext cx="187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4" name="Google Shape;214;p34"/>
          <p:cNvSpPr txBox="1"/>
          <p:nvPr>
            <p:ph idx="15" type="subTitle"/>
          </p:nvPr>
        </p:nvSpPr>
        <p:spPr>
          <a:xfrm>
            <a:off x="6293997" y="2110675"/>
            <a:ext cx="1875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 2">
  <p:cSld name="TITLE_AND_BODY_1_1_1">
    <p:bg>
      <p:bgPr>
        <a:solidFill>
          <a:schemeClr val="accen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>
            <p:ph type="title"/>
          </p:nvPr>
        </p:nvSpPr>
        <p:spPr>
          <a:xfrm>
            <a:off x="1454388" y="1517150"/>
            <a:ext cx="249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7" name="Google Shape;217;p35"/>
          <p:cNvSpPr txBox="1"/>
          <p:nvPr>
            <p:ph idx="1" type="subTitle"/>
          </p:nvPr>
        </p:nvSpPr>
        <p:spPr>
          <a:xfrm>
            <a:off x="1454388" y="2306572"/>
            <a:ext cx="2493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8" name="Google Shape;218;p35"/>
          <p:cNvSpPr txBox="1"/>
          <p:nvPr>
            <p:ph idx="2" type="title"/>
          </p:nvPr>
        </p:nvSpPr>
        <p:spPr>
          <a:xfrm>
            <a:off x="5196323" y="1517150"/>
            <a:ext cx="249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None/>
              <a:defRPr sz="2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9" name="Google Shape;219;p35"/>
          <p:cNvSpPr txBox="1"/>
          <p:nvPr>
            <p:ph idx="3" type="subTitle"/>
          </p:nvPr>
        </p:nvSpPr>
        <p:spPr>
          <a:xfrm>
            <a:off x="5196323" y="2306572"/>
            <a:ext cx="2493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  4">
  <p:cSld name="TITLE_AND_BODY_1_1_1_3_1">
    <p:bg>
      <p:bgPr>
        <a:solidFill>
          <a:schemeClr val="accen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2" name="Google Shape;222;p36"/>
          <p:cNvSpPr txBox="1"/>
          <p:nvPr>
            <p:ph idx="2" type="title"/>
          </p:nvPr>
        </p:nvSpPr>
        <p:spPr>
          <a:xfrm>
            <a:off x="1143875" y="1440950"/>
            <a:ext cx="274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3" name="Google Shape;223;p36"/>
          <p:cNvSpPr txBox="1"/>
          <p:nvPr>
            <p:ph idx="1" type="subTitle"/>
          </p:nvPr>
        </p:nvSpPr>
        <p:spPr>
          <a:xfrm>
            <a:off x="1143875" y="2077974"/>
            <a:ext cx="2741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4" name="Google Shape;224;p36"/>
          <p:cNvSpPr txBox="1"/>
          <p:nvPr>
            <p:ph idx="3" type="title"/>
          </p:nvPr>
        </p:nvSpPr>
        <p:spPr>
          <a:xfrm>
            <a:off x="5029827" y="1440950"/>
            <a:ext cx="274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5" name="Google Shape;225;p36"/>
          <p:cNvSpPr txBox="1"/>
          <p:nvPr>
            <p:ph idx="4" type="subTitle"/>
          </p:nvPr>
        </p:nvSpPr>
        <p:spPr>
          <a:xfrm>
            <a:off x="5029827" y="2077974"/>
            <a:ext cx="2741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  5">
  <p:cSld name="TITLE_AND_BODY_1_1_1_3_1_1">
    <p:bg>
      <p:bgPr>
        <a:solidFill>
          <a:schemeClr val="accen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37"/>
          <p:cNvSpPr txBox="1"/>
          <p:nvPr>
            <p:ph idx="2" type="title"/>
          </p:nvPr>
        </p:nvSpPr>
        <p:spPr>
          <a:xfrm>
            <a:off x="1157850" y="1821950"/>
            <a:ext cx="284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9" name="Google Shape;229;p37"/>
          <p:cNvSpPr txBox="1"/>
          <p:nvPr>
            <p:ph idx="1" type="subTitle"/>
          </p:nvPr>
        </p:nvSpPr>
        <p:spPr>
          <a:xfrm>
            <a:off x="1157850" y="2458974"/>
            <a:ext cx="2846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0" name="Google Shape;230;p37"/>
          <p:cNvSpPr txBox="1"/>
          <p:nvPr>
            <p:ph idx="3" type="title"/>
          </p:nvPr>
        </p:nvSpPr>
        <p:spPr>
          <a:xfrm>
            <a:off x="5139475" y="1821950"/>
            <a:ext cx="284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1" name="Google Shape;231;p37"/>
          <p:cNvSpPr txBox="1"/>
          <p:nvPr>
            <p:ph idx="4" type="subTitle"/>
          </p:nvPr>
        </p:nvSpPr>
        <p:spPr>
          <a:xfrm>
            <a:off x="5139475" y="2458974"/>
            <a:ext cx="2846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s 2">
  <p:cSld name="TITLE_AND_BODY_1_1_1_2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4314825" y="459775"/>
            <a:ext cx="401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4" name="Google Shape;234;p38"/>
          <p:cNvSpPr txBox="1"/>
          <p:nvPr>
            <p:ph idx="1" type="subTitle"/>
          </p:nvPr>
        </p:nvSpPr>
        <p:spPr>
          <a:xfrm>
            <a:off x="5724900" y="1230247"/>
            <a:ext cx="2493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5" name="Google Shape;235;p38"/>
          <p:cNvSpPr txBox="1"/>
          <p:nvPr>
            <p:ph idx="2" type="subTitle"/>
          </p:nvPr>
        </p:nvSpPr>
        <p:spPr>
          <a:xfrm>
            <a:off x="5724900" y="2068372"/>
            <a:ext cx="2493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6" name="Google Shape;236;p38"/>
          <p:cNvSpPr txBox="1"/>
          <p:nvPr>
            <p:ph idx="3" type="subTitle"/>
          </p:nvPr>
        </p:nvSpPr>
        <p:spPr>
          <a:xfrm>
            <a:off x="5724900" y="2906497"/>
            <a:ext cx="2493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7" name="Google Shape;237;p38"/>
          <p:cNvSpPr txBox="1"/>
          <p:nvPr>
            <p:ph idx="4" type="subTitle"/>
          </p:nvPr>
        </p:nvSpPr>
        <p:spPr>
          <a:xfrm>
            <a:off x="5724900" y="3744622"/>
            <a:ext cx="2493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s 3">
  <p:cSld name="TITLE_AND_BODY_1_1_1_2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>
            <p:ph type="title"/>
          </p:nvPr>
        </p:nvSpPr>
        <p:spPr>
          <a:xfrm>
            <a:off x="4989025" y="459775"/>
            <a:ext cx="333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0" name="Google Shape;240;p39"/>
          <p:cNvSpPr txBox="1"/>
          <p:nvPr>
            <p:ph idx="1" type="subTitle"/>
          </p:nvPr>
        </p:nvSpPr>
        <p:spPr>
          <a:xfrm>
            <a:off x="5098075" y="1916050"/>
            <a:ext cx="3120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s 4">
  <p:cSld name="TITLE_AND_BODY_1_1_1_2_1_2">
    <p:bg>
      <p:bgPr>
        <a:solidFill>
          <a:schemeClr val="accen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/>
          <p:nvPr>
            <p:ph type="title"/>
          </p:nvPr>
        </p:nvSpPr>
        <p:spPr>
          <a:xfrm>
            <a:off x="1102825" y="1297975"/>
            <a:ext cx="333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3" name="Google Shape;243;p40"/>
          <p:cNvSpPr txBox="1"/>
          <p:nvPr>
            <p:ph idx="1" type="subTitle"/>
          </p:nvPr>
        </p:nvSpPr>
        <p:spPr>
          <a:xfrm>
            <a:off x="1102825" y="1992250"/>
            <a:ext cx="3447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s 4">
  <p:cSld name="TITLE_AND_BODY_1_1_1_2_1_1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1"/>
          <p:cNvSpPr txBox="1"/>
          <p:nvPr>
            <p:ph type="title"/>
          </p:nvPr>
        </p:nvSpPr>
        <p:spPr>
          <a:xfrm>
            <a:off x="950425" y="459775"/>
            <a:ext cx="333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6" name="Google Shape;246;p41"/>
          <p:cNvSpPr txBox="1"/>
          <p:nvPr>
            <p:ph idx="1" type="subTitle"/>
          </p:nvPr>
        </p:nvSpPr>
        <p:spPr>
          <a:xfrm>
            <a:off x="950425" y="1916050"/>
            <a:ext cx="3120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 2">
  <p:cSld name="CUSTOM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2"/>
          <p:cNvSpPr/>
          <p:nvPr/>
        </p:nvSpPr>
        <p:spPr>
          <a:xfrm>
            <a:off x="4826725" y="1591250"/>
            <a:ext cx="1031100" cy="103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2"/>
          <p:cNvSpPr/>
          <p:nvPr/>
        </p:nvSpPr>
        <p:spPr>
          <a:xfrm>
            <a:off x="4826725" y="3284600"/>
            <a:ext cx="1031100" cy="103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2"/>
          <p:cNvSpPr/>
          <p:nvPr/>
        </p:nvSpPr>
        <p:spPr>
          <a:xfrm>
            <a:off x="1057275" y="1591250"/>
            <a:ext cx="1031100" cy="103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2"/>
          <p:cNvSpPr/>
          <p:nvPr/>
        </p:nvSpPr>
        <p:spPr>
          <a:xfrm>
            <a:off x="1057275" y="3284600"/>
            <a:ext cx="1031100" cy="103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2"/>
          <p:cNvSpPr txBox="1"/>
          <p:nvPr>
            <p:ph idx="1" type="subTitle"/>
          </p:nvPr>
        </p:nvSpPr>
        <p:spPr>
          <a:xfrm>
            <a:off x="2088370" y="2082350"/>
            <a:ext cx="210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3" name="Google Shape;253;p42"/>
          <p:cNvSpPr txBox="1"/>
          <p:nvPr>
            <p:ph type="title"/>
          </p:nvPr>
        </p:nvSpPr>
        <p:spPr>
          <a:xfrm>
            <a:off x="1057275" y="1625150"/>
            <a:ext cx="10311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None/>
              <a:defRPr sz="47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4" name="Google Shape;254;p42"/>
          <p:cNvSpPr txBox="1"/>
          <p:nvPr>
            <p:ph idx="2" type="subTitle"/>
          </p:nvPr>
        </p:nvSpPr>
        <p:spPr>
          <a:xfrm>
            <a:off x="5857826" y="2082350"/>
            <a:ext cx="210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5" name="Google Shape;255;p42"/>
          <p:cNvSpPr txBox="1"/>
          <p:nvPr>
            <p:ph idx="3" type="title"/>
          </p:nvPr>
        </p:nvSpPr>
        <p:spPr>
          <a:xfrm>
            <a:off x="4826725" y="1625150"/>
            <a:ext cx="10311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None/>
              <a:defRPr sz="47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6" name="Google Shape;256;p42"/>
          <p:cNvSpPr txBox="1"/>
          <p:nvPr>
            <p:ph idx="4" type="ctrTitle"/>
          </p:nvPr>
        </p:nvSpPr>
        <p:spPr>
          <a:xfrm>
            <a:off x="2088365" y="3318500"/>
            <a:ext cx="21030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7" name="Google Shape;257;p42"/>
          <p:cNvSpPr txBox="1"/>
          <p:nvPr>
            <p:ph idx="5" type="subTitle"/>
          </p:nvPr>
        </p:nvSpPr>
        <p:spPr>
          <a:xfrm>
            <a:off x="2088369" y="3775700"/>
            <a:ext cx="210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8" name="Google Shape;258;p42"/>
          <p:cNvSpPr txBox="1"/>
          <p:nvPr>
            <p:ph idx="6" type="title"/>
          </p:nvPr>
        </p:nvSpPr>
        <p:spPr>
          <a:xfrm>
            <a:off x="1057275" y="3318500"/>
            <a:ext cx="10311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None/>
              <a:defRPr sz="47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9" name="Google Shape;259;p42"/>
          <p:cNvSpPr txBox="1"/>
          <p:nvPr>
            <p:ph idx="7" type="ctrTitle"/>
          </p:nvPr>
        </p:nvSpPr>
        <p:spPr>
          <a:xfrm>
            <a:off x="5857821" y="3318500"/>
            <a:ext cx="21114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0" name="Google Shape;260;p42"/>
          <p:cNvSpPr txBox="1"/>
          <p:nvPr>
            <p:ph idx="8" type="subTitle"/>
          </p:nvPr>
        </p:nvSpPr>
        <p:spPr>
          <a:xfrm>
            <a:off x="5857827" y="3775700"/>
            <a:ext cx="2103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  <a:defRPr sz="13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1" name="Google Shape;261;p42"/>
          <p:cNvSpPr txBox="1"/>
          <p:nvPr>
            <p:ph idx="9" type="title"/>
          </p:nvPr>
        </p:nvSpPr>
        <p:spPr>
          <a:xfrm>
            <a:off x="4826725" y="3318500"/>
            <a:ext cx="10311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None/>
              <a:defRPr sz="47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700"/>
              <a:buFont typeface="Montserrat"/>
              <a:buNone/>
              <a:defRPr b="1" sz="4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2" name="Google Shape;262;p42"/>
          <p:cNvSpPr txBox="1"/>
          <p:nvPr>
            <p:ph idx="13" type="ctrTitle"/>
          </p:nvPr>
        </p:nvSpPr>
        <p:spPr>
          <a:xfrm>
            <a:off x="2088365" y="1625150"/>
            <a:ext cx="21030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3" name="Google Shape;263;p42"/>
          <p:cNvSpPr txBox="1"/>
          <p:nvPr>
            <p:ph idx="14" type="ctrTitle"/>
          </p:nvPr>
        </p:nvSpPr>
        <p:spPr>
          <a:xfrm>
            <a:off x="5857821" y="1625150"/>
            <a:ext cx="21030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"/>
              <a:buNone/>
              <a:defRPr b="1" sz="17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4" name="Google Shape;264;p42"/>
          <p:cNvSpPr txBox="1"/>
          <p:nvPr>
            <p:ph idx="15" type="title"/>
          </p:nvPr>
        </p:nvSpPr>
        <p:spPr>
          <a:xfrm>
            <a:off x="818250" y="459775"/>
            <a:ext cx="748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AND_TWO_COLUMNS_1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>
            <p:ph type="title"/>
          </p:nvPr>
        </p:nvSpPr>
        <p:spPr>
          <a:xfrm>
            <a:off x="818250" y="459775"/>
            <a:ext cx="748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2">
    <p:bg>
      <p:bgPr>
        <a:solidFill>
          <a:schemeClr val="accen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>
            <p:ph idx="1" type="subTitle"/>
          </p:nvPr>
        </p:nvSpPr>
        <p:spPr>
          <a:xfrm>
            <a:off x="2370825" y="2334800"/>
            <a:ext cx="56301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9" name="Google Shape;269;p44"/>
          <p:cNvSpPr txBox="1"/>
          <p:nvPr>
            <p:ph type="title"/>
          </p:nvPr>
        </p:nvSpPr>
        <p:spPr>
          <a:xfrm>
            <a:off x="818250" y="459775"/>
            <a:ext cx="3610800" cy="57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TITLE_AND_TWO_COLUMNS_1_1_1_1">
    <p:bg>
      <p:bgPr>
        <a:solidFill>
          <a:schemeClr val="accen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/>
          <p:nvPr/>
        </p:nvSpPr>
        <p:spPr>
          <a:xfrm>
            <a:off x="2324100" y="647700"/>
            <a:ext cx="5276700" cy="38100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5"/>
          <p:cNvSpPr/>
          <p:nvPr/>
        </p:nvSpPr>
        <p:spPr>
          <a:xfrm>
            <a:off x="914400" y="1276350"/>
            <a:ext cx="3524400" cy="270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5"/>
          <p:cNvSpPr txBox="1"/>
          <p:nvPr>
            <p:ph type="title"/>
          </p:nvPr>
        </p:nvSpPr>
        <p:spPr>
          <a:xfrm>
            <a:off x="925800" y="1859625"/>
            <a:ext cx="47511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0"/>
              <a:buNone/>
              <a:defRPr sz="10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4" name="Google Shape;274;p45"/>
          <p:cNvSpPr txBox="1"/>
          <p:nvPr>
            <p:ph idx="1" type="subTitle"/>
          </p:nvPr>
        </p:nvSpPr>
        <p:spPr>
          <a:xfrm>
            <a:off x="925800" y="2906300"/>
            <a:ext cx="33795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CUSTOM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"/>
          <p:cNvSpPr/>
          <p:nvPr/>
        </p:nvSpPr>
        <p:spPr>
          <a:xfrm>
            <a:off x="638175" y="-142875"/>
            <a:ext cx="2314500" cy="293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6"/>
          <p:cNvSpPr txBox="1"/>
          <p:nvPr>
            <p:ph type="title"/>
          </p:nvPr>
        </p:nvSpPr>
        <p:spPr>
          <a:xfrm>
            <a:off x="818250" y="688375"/>
            <a:ext cx="2030400" cy="19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AND_BODY_1_1_1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1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48"/>
          <p:cNvPicPr preferRelativeResize="0"/>
          <p:nvPr/>
        </p:nvPicPr>
        <p:blipFill rotWithShape="1">
          <a:blip r:embed="rId4">
            <a:alphaModFix/>
          </a:blip>
          <a:srcRect b="0" l="-1760" r="1760" t="0"/>
          <a:stretch/>
        </p:blipFill>
        <p:spPr>
          <a:xfrm>
            <a:off x="-168350" y="-26400"/>
            <a:ext cx="9210600" cy="519629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8"/>
          <p:cNvSpPr txBox="1"/>
          <p:nvPr>
            <p:ph type="ctrTitle"/>
          </p:nvPr>
        </p:nvSpPr>
        <p:spPr>
          <a:xfrm>
            <a:off x="5677000" y="1463175"/>
            <a:ext cx="3430500" cy="18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OMNIMED - Sprint de Integração 01</a:t>
            </a:r>
            <a:endParaRPr/>
          </a:p>
        </p:txBody>
      </p:sp>
      <p:sp>
        <p:nvSpPr>
          <p:cNvPr id="285" name="Google Shape;285;p48"/>
          <p:cNvSpPr txBox="1"/>
          <p:nvPr>
            <p:ph idx="1" type="subTitle"/>
          </p:nvPr>
        </p:nvSpPr>
        <p:spPr>
          <a:xfrm>
            <a:off x="5676999" y="3248775"/>
            <a:ext cx="2791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Orador: Emerson Lima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0" name="Google Shape;290;p49"/>
          <p:cNvCxnSpPr/>
          <p:nvPr/>
        </p:nvCxnSpPr>
        <p:spPr>
          <a:xfrm>
            <a:off x="-14700" y="2271925"/>
            <a:ext cx="91734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49"/>
          <p:cNvSpPr/>
          <p:nvPr/>
        </p:nvSpPr>
        <p:spPr>
          <a:xfrm>
            <a:off x="1811209" y="1914750"/>
            <a:ext cx="735300" cy="735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9"/>
          <p:cNvSpPr/>
          <p:nvPr/>
        </p:nvSpPr>
        <p:spPr>
          <a:xfrm>
            <a:off x="4147323" y="1904275"/>
            <a:ext cx="735300" cy="735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9"/>
          <p:cNvSpPr/>
          <p:nvPr/>
        </p:nvSpPr>
        <p:spPr>
          <a:xfrm>
            <a:off x="6712347" y="1904006"/>
            <a:ext cx="735300" cy="735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9"/>
          <p:cNvSpPr txBox="1"/>
          <p:nvPr/>
        </p:nvSpPr>
        <p:spPr>
          <a:xfrm>
            <a:off x="818250" y="459775"/>
            <a:ext cx="211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SUMÁRIO</a:t>
            </a:r>
            <a:endParaRPr b="1" i="0" sz="26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49"/>
          <p:cNvSpPr txBox="1"/>
          <p:nvPr/>
        </p:nvSpPr>
        <p:spPr>
          <a:xfrm>
            <a:off x="1330909" y="2019206"/>
            <a:ext cx="1695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49"/>
          <p:cNvSpPr txBox="1"/>
          <p:nvPr/>
        </p:nvSpPr>
        <p:spPr>
          <a:xfrm>
            <a:off x="1122694" y="2861100"/>
            <a:ext cx="211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BANCO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DE DADOS</a:t>
            </a:r>
            <a:endParaRPr b="1" i="0" sz="1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49"/>
          <p:cNvSpPr txBox="1"/>
          <p:nvPr/>
        </p:nvSpPr>
        <p:spPr>
          <a:xfrm>
            <a:off x="3653402" y="2019206"/>
            <a:ext cx="1695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49"/>
          <p:cNvSpPr txBox="1"/>
          <p:nvPr/>
        </p:nvSpPr>
        <p:spPr>
          <a:xfrm>
            <a:off x="3458837" y="2861100"/>
            <a:ext cx="211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CODE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IGNITER</a:t>
            </a:r>
            <a:endParaRPr b="1" i="0" sz="1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49"/>
          <p:cNvSpPr txBox="1"/>
          <p:nvPr/>
        </p:nvSpPr>
        <p:spPr>
          <a:xfrm>
            <a:off x="6232046" y="2029950"/>
            <a:ext cx="1695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1" i="0" sz="2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49"/>
          <p:cNvSpPr txBox="1"/>
          <p:nvPr/>
        </p:nvSpPr>
        <p:spPr>
          <a:xfrm>
            <a:off x="6045300" y="2902950"/>
            <a:ext cx="20694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MÓDULOS</a:t>
            </a:r>
            <a:endParaRPr b="1" i="0" sz="1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1" name="Google Shape;301;p49"/>
          <p:cNvCxnSpPr/>
          <p:nvPr/>
        </p:nvCxnSpPr>
        <p:spPr>
          <a:xfrm>
            <a:off x="916600" y="962050"/>
            <a:ext cx="16277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0"/>
          <p:cNvPicPr preferRelativeResize="0"/>
          <p:nvPr/>
        </p:nvPicPr>
        <p:blipFill rotWithShape="1">
          <a:blip r:embed="rId3">
            <a:alphaModFix/>
          </a:blip>
          <a:srcRect b="0" l="12164" r="29211" t="0"/>
          <a:stretch/>
        </p:blipFill>
        <p:spPr>
          <a:xfrm>
            <a:off x="4626255" y="-2"/>
            <a:ext cx="4517745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50"/>
          <p:cNvSpPr/>
          <p:nvPr/>
        </p:nvSpPr>
        <p:spPr>
          <a:xfrm>
            <a:off x="0" y="865800"/>
            <a:ext cx="5014500" cy="341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50"/>
          <p:cNvSpPr txBox="1"/>
          <p:nvPr>
            <p:ph type="title"/>
          </p:nvPr>
        </p:nvSpPr>
        <p:spPr>
          <a:xfrm>
            <a:off x="190112" y="1972554"/>
            <a:ext cx="4657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>
                <a:solidFill>
                  <a:schemeClr val="lt1"/>
                </a:solidFill>
              </a:rPr>
              <a:t>BANCO DE DADOS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309" name="Google Shape;309;p50"/>
          <p:cNvSpPr txBox="1"/>
          <p:nvPr>
            <p:ph idx="2" type="title"/>
          </p:nvPr>
        </p:nvSpPr>
        <p:spPr>
          <a:xfrm>
            <a:off x="1641413" y="1367754"/>
            <a:ext cx="17547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1"/>
          <p:cNvSpPr txBox="1"/>
          <p:nvPr>
            <p:ph type="title"/>
          </p:nvPr>
        </p:nvSpPr>
        <p:spPr>
          <a:xfrm>
            <a:off x="402425" y="97850"/>
            <a:ext cx="350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BANCO DE DADOS</a:t>
            </a:r>
            <a:endParaRPr/>
          </a:p>
        </p:txBody>
      </p:sp>
      <p:cxnSp>
        <p:nvCxnSpPr>
          <p:cNvPr id="315" name="Google Shape;315;p51"/>
          <p:cNvCxnSpPr/>
          <p:nvPr/>
        </p:nvCxnSpPr>
        <p:spPr>
          <a:xfrm>
            <a:off x="536825" y="670550"/>
            <a:ext cx="5200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51"/>
          <p:cNvSpPr txBox="1"/>
          <p:nvPr/>
        </p:nvSpPr>
        <p:spPr>
          <a:xfrm>
            <a:off x="536825" y="1448250"/>
            <a:ext cx="848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Para a criação do banco de dados do Sprint de Integração #01, foi necessário unificar o Modelo de Entidade-Relacionamento (MER), após isso, gerando automaticamente o Modelo Lógico, e consequentemente, criando o Modelo Físico em um Banco de Dados Relacional (SQL).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51"/>
          <p:cNvSpPr txBox="1"/>
          <p:nvPr/>
        </p:nvSpPr>
        <p:spPr>
          <a:xfrm>
            <a:off x="746525" y="859300"/>
            <a:ext cx="82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Criação</a:t>
            </a:r>
            <a:endParaRPr b="1" sz="2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51"/>
          <p:cNvSpPr txBox="1"/>
          <p:nvPr/>
        </p:nvSpPr>
        <p:spPr>
          <a:xfrm>
            <a:off x="533075" y="3038300"/>
            <a:ext cx="84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Para a integração dos inserts, foi necessário primeiramente identificar os pontos que não foram levados em conta e inserts que faltaram nos casos de testes. Após adaptações e criação dos inserts </a:t>
            </a: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faltantes,</a:t>
            </a: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 foi necessário integrar todos os inserts, adaptando as ordens de inserção. Após as adaptações, foram feitos os inserts no banco de dados, ajustando problemas que foram identificados. </a:t>
            </a:r>
            <a:endParaRPr sz="12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51"/>
          <p:cNvSpPr txBox="1"/>
          <p:nvPr/>
        </p:nvSpPr>
        <p:spPr>
          <a:xfrm>
            <a:off x="742775" y="2352325"/>
            <a:ext cx="82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Inserção</a:t>
            </a:r>
            <a:endParaRPr b="1" sz="2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/>
          <p:nvPr>
            <p:ph type="title"/>
          </p:nvPr>
        </p:nvSpPr>
        <p:spPr>
          <a:xfrm>
            <a:off x="402425" y="97850"/>
            <a:ext cx="350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BANCO DE DADOS</a:t>
            </a:r>
            <a:endParaRPr/>
          </a:p>
        </p:txBody>
      </p:sp>
      <p:cxnSp>
        <p:nvCxnSpPr>
          <p:cNvPr id="325" name="Google Shape;325;p52"/>
          <p:cNvCxnSpPr/>
          <p:nvPr/>
        </p:nvCxnSpPr>
        <p:spPr>
          <a:xfrm>
            <a:off x="536825" y="670550"/>
            <a:ext cx="5200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52"/>
          <p:cNvSpPr txBox="1"/>
          <p:nvPr/>
        </p:nvSpPr>
        <p:spPr>
          <a:xfrm>
            <a:off x="746525" y="859300"/>
            <a:ext cx="82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Criação</a:t>
            </a:r>
            <a:endParaRPr b="1" sz="2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7" name="Google Shape;32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351" y="1351900"/>
            <a:ext cx="6885453" cy="362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3"/>
          <p:cNvSpPr txBox="1"/>
          <p:nvPr>
            <p:ph type="title"/>
          </p:nvPr>
        </p:nvSpPr>
        <p:spPr>
          <a:xfrm>
            <a:off x="402425" y="97850"/>
            <a:ext cx="350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BANCO DE DADOS</a:t>
            </a:r>
            <a:endParaRPr/>
          </a:p>
        </p:txBody>
      </p:sp>
      <p:cxnSp>
        <p:nvCxnSpPr>
          <p:cNvPr id="333" name="Google Shape;333;p53"/>
          <p:cNvCxnSpPr/>
          <p:nvPr/>
        </p:nvCxnSpPr>
        <p:spPr>
          <a:xfrm>
            <a:off x="536825" y="670550"/>
            <a:ext cx="5200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53"/>
          <p:cNvSpPr txBox="1"/>
          <p:nvPr/>
        </p:nvSpPr>
        <p:spPr>
          <a:xfrm>
            <a:off x="746525" y="859300"/>
            <a:ext cx="82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Inserção</a:t>
            </a:r>
            <a:endParaRPr b="1" sz="2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53"/>
          <p:cNvSpPr txBox="1"/>
          <p:nvPr/>
        </p:nvSpPr>
        <p:spPr>
          <a:xfrm>
            <a:off x="746525" y="1351900"/>
            <a:ext cx="8219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6" name="Google Shape;33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51900"/>
            <a:ext cx="8839199" cy="2959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4"/>
          <p:cNvSpPr txBox="1"/>
          <p:nvPr>
            <p:ph type="title"/>
          </p:nvPr>
        </p:nvSpPr>
        <p:spPr>
          <a:xfrm>
            <a:off x="-109708" y="1972554"/>
            <a:ext cx="5154958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CODE IGNITER 🔥</a:t>
            </a:r>
            <a:endParaRPr/>
          </a:p>
        </p:txBody>
      </p:sp>
      <p:sp>
        <p:nvSpPr>
          <p:cNvPr id="342" name="Google Shape;342;p54"/>
          <p:cNvSpPr txBox="1"/>
          <p:nvPr>
            <p:ph idx="2" type="title"/>
          </p:nvPr>
        </p:nvSpPr>
        <p:spPr>
          <a:xfrm>
            <a:off x="1641413" y="1367754"/>
            <a:ext cx="17547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02</a:t>
            </a:r>
            <a:endParaRPr/>
          </a:p>
        </p:txBody>
      </p:sp>
      <p:pic>
        <p:nvPicPr>
          <p:cNvPr id="343" name="Google Shape;343;p54"/>
          <p:cNvPicPr preferRelativeResize="0"/>
          <p:nvPr/>
        </p:nvPicPr>
        <p:blipFill rotWithShape="1">
          <a:blip r:embed="rId3">
            <a:alphaModFix/>
          </a:blip>
          <a:srcRect b="0" l="39202" r="20946" t="0"/>
          <a:stretch/>
        </p:blipFill>
        <p:spPr>
          <a:xfrm>
            <a:off x="4959525" y="0"/>
            <a:ext cx="307169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5"/>
          <p:cNvSpPr txBox="1"/>
          <p:nvPr>
            <p:ph type="title"/>
          </p:nvPr>
        </p:nvSpPr>
        <p:spPr>
          <a:xfrm>
            <a:off x="818250" y="459775"/>
            <a:ext cx="5799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CODE IGNITER 🔥</a:t>
            </a:r>
            <a:endParaRPr/>
          </a:p>
        </p:txBody>
      </p:sp>
      <p:cxnSp>
        <p:nvCxnSpPr>
          <p:cNvPr id="349" name="Google Shape;349;p55"/>
          <p:cNvCxnSpPr/>
          <p:nvPr/>
        </p:nvCxnSpPr>
        <p:spPr>
          <a:xfrm>
            <a:off x="916600" y="962050"/>
            <a:ext cx="30351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55"/>
          <p:cNvSpPr txBox="1"/>
          <p:nvPr/>
        </p:nvSpPr>
        <p:spPr>
          <a:xfrm>
            <a:off x="2764500" y="1134800"/>
            <a:ext cx="3615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Sobre a ferramenta e aplicação</a:t>
            </a:r>
            <a:endParaRPr b="1" sz="2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55"/>
          <p:cNvSpPr txBox="1"/>
          <p:nvPr/>
        </p:nvSpPr>
        <p:spPr>
          <a:xfrm>
            <a:off x="916600" y="2067850"/>
            <a:ext cx="8094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FrameWork em PHP</a:t>
            </a:r>
            <a:endParaRPr sz="12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Versão CodeIgniter4</a:t>
            </a:r>
            <a:endParaRPr sz="12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Estrutura em MVC</a:t>
            </a:r>
            <a:endParaRPr sz="12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Tratamento de rotas</a:t>
            </a:r>
            <a:endParaRPr sz="12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Exemplo de código</a:t>
            </a:r>
            <a:endParaRPr sz="12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6"/>
          <p:cNvSpPr txBox="1"/>
          <p:nvPr>
            <p:ph type="title"/>
          </p:nvPr>
        </p:nvSpPr>
        <p:spPr>
          <a:xfrm>
            <a:off x="774850" y="1698650"/>
            <a:ext cx="4129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MÓDULOS</a:t>
            </a:r>
            <a:endParaRPr/>
          </a:p>
        </p:txBody>
      </p:sp>
      <p:sp>
        <p:nvSpPr>
          <p:cNvPr id="357" name="Google Shape;357;p56"/>
          <p:cNvSpPr txBox="1"/>
          <p:nvPr>
            <p:ph idx="2" type="title"/>
          </p:nvPr>
        </p:nvSpPr>
        <p:spPr>
          <a:xfrm>
            <a:off x="3149350" y="1367754"/>
            <a:ext cx="17547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03:</a:t>
            </a:r>
            <a:endParaRPr/>
          </a:p>
        </p:txBody>
      </p:sp>
      <p:pic>
        <p:nvPicPr>
          <p:cNvPr id="358" name="Google Shape;35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8850" y="1268550"/>
            <a:ext cx="3935156" cy="2606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7"/>
          <p:cNvSpPr/>
          <p:nvPr/>
        </p:nvSpPr>
        <p:spPr>
          <a:xfrm>
            <a:off x="-7" y="822146"/>
            <a:ext cx="6285300" cy="36798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57"/>
          <p:cNvSpPr txBox="1"/>
          <p:nvPr>
            <p:ph type="title"/>
          </p:nvPr>
        </p:nvSpPr>
        <p:spPr>
          <a:xfrm>
            <a:off x="1389026" y="1830592"/>
            <a:ext cx="37956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MÓDULO 1: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ADMINISTRATIVO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8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Gabriel Evaristo </a:t>
            </a:r>
            <a:r>
              <a:rPr lang="en"/>
              <a:t>– Product Owner</a:t>
            </a:r>
            <a:endParaRPr/>
          </a:p>
        </p:txBody>
      </p:sp>
      <p:sp>
        <p:nvSpPr>
          <p:cNvPr id="370" name="Google Shape;370;p58"/>
          <p:cNvSpPr txBox="1"/>
          <p:nvPr>
            <p:ph idx="2" type="title"/>
          </p:nvPr>
        </p:nvSpPr>
        <p:spPr>
          <a:xfrm>
            <a:off x="848400" y="232525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1</a:t>
            </a:r>
            <a:endParaRPr/>
          </a:p>
        </p:txBody>
      </p:sp>
      <p:sp>
        <p:nvSpPr>
          <p:cNvPr id="371" name="Google Shape;371;p58"/>
          <p:cNvSpPr txBox="1"/>
          <p:nvPr>
            <p:ph idx="1" type="subTitle"/>
          </p:nvPr>
        </p:nvSpPr>
        <p:spPr>
          <a:xfrm>
            <a:off x="848400" y="2677200"/>
            <a:ext cx="17436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Desenvolvimento dos inserts integrados, realizando ajustes e adequações para os padrões de inserção.</a:t>
            </a:r>
            <a:endParaRPr/>
          </a:p>
        </p:txBody>
      </p:sp>
      <p:sp>
        <p:nvSpPr>
          <p:cNvPr id="372" name="Google Shape;372;p58"/>
          <p:cNvSpPr txBox="1"/>
          <p:nvPr>
            <p:ph idx="3" type="title"/>
          </p:nvPr>
        </p:nvSpPr>
        <p:spPr>
          <a:xfrm>
            <a:off x="2765499" y="232525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2</a:t>
            </a:r>
            <a:endParaRPr/>
          </a:p>
        </p:txBody>
      </p:sp>
      <p:sp>
        <p:nvSpPr>
          <p:cNvPr id="373" name="Google Shape;373;p58"/>
          <p:cNvSpPr txBox="1"/>
          <p:nvPr>
            <p:ph idx="4" type="subTitle"/>
          </p:nvPr>
        </p:nvSpPr>
        <p:spPr>
          <a:xfrm>
            <a:off x="2765500" y="2677200"/>
            <a:ext cx="17436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Integração de páginas utilizando o Code Igniter. </a:t>
            </a:r>
            <a:r>
              <a:rPr lang="en"/>
              <a:t>Auxílio</a:t>
            </a:r>
            <a:r>
              <a:rPr lang="en"/>
              <a:t> no desenvolvimento.</a:t>
            </a:r>
            <a:endParaRPr/>
          </a:p>
        </p:txBody>
      </p:sp>
      <p:sp>
        <p:nvSpPr>
          <p:cNvPr id="374" name="Google Shape;374;p58"/>
          <p:cNvSpPr txBox="1"/>
          <p:nvPr>
            <p:ph idx="5" type="title"/>
          </p:nvPr>
        </p:nvSpPr>
        <p:spPr>
          <a:xfrm>
            <a:off x="4682598" y="232525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3</a:t>
            </a:r>
            <a:endParaRPr/>
          </a:p>
        </p:txBody>
      </p:sp>
      <p:sp>
        <p:nvSpPr>
          <p:cNvPr id="375" name="Google Shape;375;p58"/>
          <p:cNvSpPr txBox="1"/>
          <p:nvPr>
            <p:ph idx="6" type="subTitle"/>
          </p:nvPr>
        </p:nvSpPr>
        <p:spPr>
          <a:xfrm>
            <a:off x="4682598" y="267720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Organização da apresentação juntamente com os outros POs.</a:t>
            </a:r>
            <a:r>
              <a:rPr lang="en"/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76" name="Google Shape;376;p58"/>
          <p:cNvSpPr txBox="1"/>
          <p:nvPr>
            <p:ph idx="7" type="title"/>
          </p:nvPr>
        </p:nvSpPr>
        <p:spPr>
          <a:xfrm>
            <a:off x="6599697" y="232525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</p:txBody>
      </p:sp>
      <p:sp>
        <p:nvSpPr>
          <p:cNvPr id="377" name="Google Shape;377;p58"/>
          <p:cNvSpPr txBox="1"/>
          <p:nvPr>
            <p:ph idx="8" type="subTitle"/>
          </p:nvPr>
        </p:nvSpPr>
        <p:spPr>
          <a:xfrm>
            <a:off x="6599697" y="267720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Falta de tempo para o desenvolvimento das tarefas, sendo cobrado muita demanda em um curto período de tempo; integração com os outros módulos.</a:t>
            </a:r>
            <a:endParaRPr/>
          </a:p>
        </p:txBody>
      </p:sp>
      <p:sp>
        <p:nvSpPr>
          <p:cNvPr id="378" name="Google Shape;378;p58"/>
          <p:cNvSpPr/>
          <p:nvPr/>
        </p:nvSpPr>
        <p:spPr>
          <a:xfrm>
            <a:off x="3298613" y="153840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8"/>
          <p:cNvSpPr/>
          <p:nvPr/>
        </p:nvSpPr>
        <p:spPr>
          <a:xfrm>
            <a:off x="5199863" y="153842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8"/>
          <p:cNvSpPr/>
          <p:nvPr/>
        </p:nvSpPr>
        <p:spPr>
          <a:xfrm>
            <a:off x="7132738" y="153842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1" name="Google Shape;381;p58"/>
          <p:cNvGrpSpPr/>
          <p:nvPr/>
        </p:nvGrpSpPr>
        <p:grpSpPr>
          <a:xfrm>
            <a:off x="5331026" y="1655798"/>
            <a:ext cx="399028" cy="354920"/>
            <a:chOff x="854261" y="2908813"/>
            <a:chExt cx="377474" cy="335748"/>
          </a:xfrm>
        </p:grpSpPr>
        <p:sp>
          <p:nvSpPr>
            <p:cNvPr id="382" name="Google Shape;382;p58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58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58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58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58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7" name="Google Shape;387;p58"/>
          <p:cNvSpPr/>
          <p:nvPr/>
        </p:nvSpPr>
        <p:spPr>
          <a:xfrm>
            <a:off x="1381500" y="1538414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58"/>
          <p:cNvSpPr/>
          <p:nvPr/>
        </p:nvSpPr>
        <p:spPr>
          <a:xfrm>
            <a:off x="7228312" y="1610114"/>
            <a:ext cx="438664" cy="400611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9" name="Google Shape;389;p58"/>
          <p:cNvGrpSpPr/>
          <p:nvPr/>
        </p:nvGrpSpPr>
        <p:grpSpPr>
          <a:xfrm>
            <a:off x="3425765" y="1634945"/>
            <a:ext cx="375376" cy="375779"/>
            <a:chOff x="3539102" y="2427549"/>
            <a:chExt cx="355099" cy="355481"/>
          </a:xfrm>
        </p:grpSpPr>
        <p:sp>
          <p:nvSpPr>
            <p:cNvPr id="390" name="Google Shape;390;p58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58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2" name="Google Shape;392;p58"/>
          <p:cNvGrpSpPr/>
          <p:nvPr/>
        </p:nvGrpSpPr>
        <p:grpSpPr>
          <a:xfrm>
            <a:off x="1538302" y="1695801"/>
            <a:ext cx="316093" cy="314916"/>
            <a:chOff x="5355784" y="3834547"/>
            <a:chExt cx="299019" cy="297905"/>
          </a:xfrm>
        </p:grpSpPr>
        <p:sp>
          <p:nvSpPr>
            <p:cNvPr id="393" name="Google Shape;393;p58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58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8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58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7" name="Google Shape;397;p58"/>
          <p:cNvCxnSpPr/>
          <p:nvPr/>
        </p:nvCxnSpPr>
        <p:spPr>
          <a:xfrm flipH="1" rot="10800000">
            <a:off x="916600" y="947350"/>
            <a:ext cx="5687400" cy="14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9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Ingrid Lima</a:t>
            </a:r>
            <a:r>
              <a:rPr lang="en"/>
              <a:t> – Analista / Testador</a:t>
            </a:r>
            <a:endParaRPr/>
          </a:p>
        </p:txBody>
      </p:sp>
      <p:sp>
        <p:nvSpPr>
          <p:cNvPr id="403" name="Google Shape;403;p59"/>
          <p:cNvSpPr txBox="1"/>
          <p:nvPr>
            <p:ph idx="2" type="title"/>
          </p:nvPr>
        </p:nvSpPr>
        <p:spPr>
          <a:xfrm>
            <a:off x="848400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1</a:t>
            </a:r>
            <a:endParaRPr/>
          </a:p>
        </p:txBody>
      </p:sp>
      <p:sp>
        <p:nvSpPr>
          <p:cNvPr id="404" name="Google Shape;404;p59"/>
          <p:cNvSpPr txBox="1"/>
          <p:nvPr>
            <p:ph idx="1" type="subTitle"/>
          </p:nvPr>
        </p:nvSpPr>
        <p:spPr>
          <a:xfrm>
            <a:off x="848400" y="2744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Auxílio na migração do Sprint de Desenvolvimento para o novo </a:t>
            </a:r>
            <a:r>
              <a:rPr i="1" lang="en"/>
              <a:t>framework </a:t>
            </a:r>
            <a:r>
              <a:rPr lang="en"/>
              <a:t>a ser utilizado.</a:t>
            </a:r>
            <a:endParaRPr/>
          </a:p>
        </p:txBody>
      </p:sp>
      <p:sp>
        <p:nvSpPr>
          <p:cNvPr id="405" name="Google Shape;405;p59"/>
          <p:cNvSpPr txBox="1"/>
          <p:nvPr>
            <p:ph idx="3" type="title"/>
          </p:nvPr>
        </p:nvSpPr>
        <p:spPr>
          <a:xfrm>
            <a:off x="2765499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2</a:t>
            </a:r>
            <a:endParaRPr/>
          </a:p>
        </p:txBody>
      </p:sp>
      <p:sp>
        <p:nvSpPr>
          <p:cNvPr id="406" name="Google Shape;406;p59"/>
          <p:cNvSpPr txBox="1"/>
          <p:nvPr>
            <p:ph idx="4" type="subTitle"/>
          </p:nvPr>
        </p:nvSpPr>
        <p:spPr>
          <a:xfrm>
            <a:off x="2765499" y="2744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Auxílio no desenvolvimento dos casos de uso do módulo.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07" name="Google Shape;407;p59"/>
          <p:cNvSpPr txBox="1"/>
          <p:nvPr>
            <p:ph idx="5" type="title"/>
          </p:nvPr>
        </p:nvSpPr>
        <p:spPr>
          <a:xfrm>
            <a:off x="4682598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3</a:t>
            </a:r>
            <a:endParaRPr/>
          </a:p>
        </p:txBody>
      </p:sp>
      <p:sp>
        <p:nvSpPr>
          <p:cNvPr id="408" name="Google Shape;408;p59"/>
          <p:cNvSpPr txBox="1"/>
          <p:nvPr>
            <p:ph idx="6" type="subTitle"/>
          </p:nvPr>
        </p:nvSpPr>
        <p:spPr>
          <a:xfrm>
            <a:off x="4682598" y="2744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Auxílio no desenvolvimento da funcionalidade de </a:t>
            </a:r>
            <a:r>
              <a:rPr i="1" lang="en"/>
              <a:t>login</a:t>
            </a:r>
            <a:r>
              <a:rPr lang="en"/>
              <a:t>.</a:t>
            </a:r>
            <a:endParaRPr/>
          </a:p>
        </p:txBody>
      </p:sp>
      <p:sp>
        <p:nvSpPr>
          <p:cNvPr id="409" name="Google Shape;409;p59"/>
          <p:cNvSpPr txBox="1"/>
          <p:nvPr>
            <p:ph idx="7" type="title"/>
          </p:nvPr>
        </p:nvSpPr>
        <p:spPr>
          <a:xfrm>
            <a:off x="6599697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</p:txBody>
      </p:sp>
      <p:sp>
        <p:nvSpPr>
          <p:cNvPr id="410" name="Google Shape;410;p59"/>
          <p:cNvSpPr txBox="1"/>
          <p:nvPr>
            <p:ph idx="8" type="subTitle"/>
          </p:nvPr>
        </p:nvSpPr>
        <p:spPr>
          <a:xfrm>
            <a:off x="6599697" y="2744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Organização de tempo; Organização em relação </a:t>
            </a:r>
            <a:r>
              <a:rPr lang="en"/>
              <a:t>às entregas</a:t>
            </a:r>
            <a:r>
              <a:rPr lang="en"/>
              <a:t> e a demanda;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Adaptação frente </a:t>
            </a:r>
            <a:r>
              <a:rPr lang="en"/>
              <a:t>às alterações</a:t>
            </a:r>
            <a:r>
              <a:rPr lang="en"/>
              <a:t> do projeto.</a:t>
            </a:r>
            <a:endParaRPr/>
          </a:p>
        </p:txBody>
      </p:sp>
      <p:sp>
        <p:nvSpPr>
          <p:cNvPr id="411" name="Google Shape;411;p59"/>
          <p:cNvSpPr/>
          <p:nvPr/>
        </p:nvSpPr>
        <p:spPr>
          <a:xfrm>
            <a:off x="3298613" y="160605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59"/>
          <p:cNvSpPr/>
          <p:nvPr/>
        </p:nvSpPr>
        <p:spPr>
          <a:xfrm>
            <a:off x="5199863" y="16060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59"/>
          <p:cNvSpPr/>
          <p:nvPr/>
        </p:nvSpPr>
        <p:spPr>
          <a:xfrm>
            <a:off x="7132738" y="16060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4" name="Google Shape;414;p59"/>
          <p:cNvGrpSpPr/>
          <p:nvPr/>
        </p:nvGrpSpPr>
        <p:grpSpPr>
          <a:xfrm>
            <a:off x="5331026" y="1723448"/>
            <a:ext cx="399028" cy="354920"/>
            <a:chOff x="854261" y="2908813"/>
            <a:chExt cx="377474" cy="335748"/>
          </a:xfrm>
        </p:grpSpPr>
        <p:sp>
          <p:nvSpPr>
            <p:cNvPr id="415" name="Google Shape;415;p59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59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59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59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59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0" name="Google Shape;420;p59"/>
          <p:cNvSpPr/>
          <p:nvPr/>
        </p:nvSpPr>
        <p:spPr>
          <a:xfrm>
            <a:off x="1381500" y="1606064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59"/>
          <p:cNvSpPr/>
          <p:nvPr/>
        </p:nvSpPr>
        <p:spPr>
          <a:xfrm>
            <a:off x="7228312" y="1677764"/>
            <a:ext cx="438664" cy="400611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2" name="Google Shape;422;p59"/>
          <p:cNvGrpSpPr/>
          <p:nvPr/>
        </p:nvGrpSpPr>
        <p:grpSpPr>
          <a:xfrm>
            <a:off x="3425765" y="1702595"/>
            <a:ext cx="375376" cy="375779"/>
            <a:chOff x="3539102" y="2427549"/>
            <a:chExt cx="355099" cy="355481"/>
          </a:xfrm>
        </p:grpSpPr>
        <p:sp>
          <p:nvSpPr>
            <p:cNvPr id="423" name="Google Shape;423;p59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59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5" name="Google Shape;425;p59"/>
          <p:cNvGrpSpPr/>
          <p:nvPr/>
        </p:nvGrpSpPr>
        <p:grpSpPr>
          <a:xfrm>
            <a:off x="1538302" y="1763451"/>
            <a:ext cx="316093" cy="314916"/>
            <a:chOff x="5355784" y="3834547"/>
            <a:chExt cx="299019" cy="297905"/>
          </a:xfrm>
        </p:grpSpPr>
        <p:sp>
          <p:nvSpPr>
            <p:cNvPr id="426" name="Google Shape;426;p59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59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59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59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30" name="Google Shape;430;p59"/>
          <p:cNvCxnSpPr/>
          <p:nvPr/>
        </p:nvCxnSpPr>
        <p:spPr>
          <a:xfrm flipH="1" rot="10800000">
            <a:off x="916600" y="939250"/>
            <a:ext cx="5543100" cy="2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0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Pedro Botteon</a:t>
            </a:r>
            <a:r>
              <a:rPr lang="en"/>
              <a:t> – Analista / Testador</a:t>
            </a:r>
            <a:endParaRPr/>
          </a:p>
        </p:txBody>
      </p:sp>
      <p:sp>
        <p:nvSpPr>
          <p:cNvPr id="436" name="Google Shape;436;p60"/>
          <p:cNvSpPr txBox="1"/>
          <p:nvPr>
            <p:ph idx="2" type="title"/>
          </p:nvPr>
        </p:nvSpPr>
        <p:spPr>
          <a:xfrm>
            <a:off x="848400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1</a:t>
            </a:r>
            <a:endParaRPr/>
          </a:p>
        </p:txBody>
      </p:sp>
      <p:sp>
        <p:nvSpPr>
          <p:cNvPr id="437" name="Google Shape;437;p60"/>
          <p:cNvSpPr txBox="1"/>
          <p:nvPr>
            <p:ph idx="1" type="subTitle"/>
          </p:nvPr>
        </p:nvSpPr>
        <p:spPr>
          <a:xfrm>
            <a:off x="848400" y="2744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Ajuda na migração do Sprint de Desenvolvimento para framework que foi definido.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8" name="Google Shape;438;p60"/>
          <p:cNvSpPr txBox="1"/>
          <p:nvPr>
            <p:ph idx="3" type="title"/>
          </p:nvPr>
        </p:nvSpPr>
        <p:spPr>
          <a:xfrm>
            <a:off x="2765499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2</a:t>
            </a:r>
            <a:endParaRPr/>
          </a:p>
        </p:txBody>
      </p:sp>
      <p:sp>
        <p:nvSpPr>
          <p:cNvPr id="439" name="Google Shape;439;p60"/>
          <p:cNvSpPr txBox="1"/>
          <p:nvPr>
            <p:ph idx="4" type="subTitle"/>
          </p:nvPr>
        </p:nvSpPr>
        <p:spPr>
          <a:xfrm>
            <a:off x="2765499" y="2744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Estudo do framework CodeIgniter e suas funcionalidades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40" name="Google Shape;440;p60"/>
          <p:cNvSpPr txBox="1"/>
          <p:nvPr>
            <p:ph idx="5" type="title"/>
          </p:nvPr>
        </p:nvSpPr>
        <p:spPr>
          <a:xfrm>
            <a:off x="4682598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3</a:t>
            </a:r>
            <a:endParaRPr/>
          </a:p>
        </p:txBody>
      </p:sp>
      <p:sp>
        <p:nvSpPr>
          <p:cNvPr id="441" name="Google Shape;441;p60"/>
          <p:cNvSpPr txBox="1"/>
          <p:nvPr>
            <p:ph idx="6" type="subTitle"/>
          </p:nvPr>
        </p:nvSpPr>
        <p:spPr>
          <a:xfrm>
            <a:off x="4682600" y="2744850"/>
            <a:ext cx="1695900" cy="11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Integração dos casos de visualizar telas para clientes logados e não logados.</a:t>
            </a:r>
            <a:endParaRPr/>
          </a:p>
        </p:txBody>
      </p:sp>
      <p:sp>
        <p:nvSpPr>
          <p:cNvPr id="442" name="Google Shape;442;p60"/>
          <p:cNvSpPr txBox="1"/>
          <p:nvPr>
            <p:ph idx="7" type="title"/>
          </p:nvPr>
        </p:nvSpPr>
        <p:spPr>
          <a:xfrm>
            <a:off x="6599697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</p:txBody>
      </p:sp>
      <p:sp>
        <p:nvSpPr>
          <p:cNvPr id="443" name="Google Shape;443;p60"/>
          <p:cNvSpPr txBox="1"/>
          <p:nvPr>
            <p:ph idx="8" type="subTitle"/>
          </p:nvPr>
        </p:nvSpPr>
        <p:spPr>
          <a:xfrm>
            <a:off x="6599697" y="2744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Entendimento da nova framework utilizada.</a:t>
            </a:r>
            <a:endParaRPr/>
          </a:p>
        </p:txBody>
      </p:sp>
      <p:sp>
        <p:nvSpPr>
          <p:cNvPr id="444" name="Google Shape;444;p60"/>
          <p:cNvSpPr/>
          <p:nvPr/>
        </p:nvSpPr>
        <p:spPr>
          <a:xfrm>
            <a:off x="3298613" y="160605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60"/>
          <p:cNvSpPr/>
          <p:nvPr/>
        </p:nvSpPr>
        <p:spPr>
          <a:xfrm>
            <a:off x="5199863" y="16060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60"/>
          <p:cNvSpPr/>
          <p:nvPr/>
        </p:nvSpPr>
        <p:spPr>
          <a:xfrm>
            <a:off x="7132738" y="16060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7" name="Google Shape;447;p60"/>
          <p:cNvGrpSpPr/>
          <p:nvPr/>
        </p:nvGrpSpPr>
        <p:grpSpPr>
          <a:xfrm>
            <a:off x="5331026" y="1723448"/>
            <a:ext cx="399028" cy="354920"/>
            <a:chOff x="854261" y="2908813"/>
            <a:chExt cx="377474" cy="335748"/>
          </a:xfrm>
        </p:grpSpPr>
        <p:sp>
          <p:nvSpPr>
            <p:cNvPr id="448" name="Google Shape;448;p60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60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60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60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60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3" name="Google Shape;453;p60"/>
          <p:cNvSpPr/>
          <p:nvPr/>
        </p:nvSpPr>
        <p:spPr>
          <a:xfrm>
            <a:off x="1381500" y="1606064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60"/>
          <p:cNvSpPr/>
          <p:nvPr/>
        </p:nvSpPr>
        <p:spPr>
          <a:xfrm>
            <a:off x="7228312" y="1677764"/>
            <a:ext cx="438664" cy="400611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5" name="Google Shape;455;p60"/>
          <p:cNvGrpSpPr/>
          <p:nvPr/>
        </p:nvGrpSpPr>
        <p:grpSpPr>
          <a:xfrm>
            <a:off x="3425765" y="1702595"/>
            <a:ext cx="375376" cy="375779"/>
            <a:chOff x="3539102" y="2427549"/>
            <a:chExt cx="355099" cy="355481"/>
          </a:xfrm>
        </p:grpSpPr>
        <p:sp>
          <p:nvSpPr>
            <p:cNvPr id="456" name="Google Shape;456;p60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60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8" name="Google Shape;458;p60"/>
          <p:cNvGrpSpPr/>
          <p:nvPr/>
        </p:nvGrpSpPr>
        <p:grpSpPr>
          <a:xfrm>
            <a:off x="1538302" y="1763451"/>
            <a:ext cx="316093" cy="314916"/>
            <a:chOff x="5355784" y="3834547"/>
            <a:chExt cx="299019" cy="297905"/>
          </a:xfrm>
        </p:grpSpPr>
        <p:sp>
          <p:nvSpPr>
            <p:cNvPr id="459" name="Google Shape;459;p60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60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60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60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3" name="Google Shape;463;p60"/>
          <p:cNvCxnSpPr/>
          <p:nvPr/>
        </p:nvCxnSpPr>
        <p:spPr>
          <a:xfrm flipH="1" rot="10800000">
            <a:off x="916600" y="939250"/>
            <a:ext cx="6040500" cy="2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1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Emerson Lima </a:t>
            </a:r>
            <a:r>
              <a:rPr lang="en"/>
              <a:t>– Scrum Master</a:t>
            </a:r>
            <a:endParaRPr/>
          </a:p>
        </p:txBody>
      </p:sp>
      <p:sp>
        <p:nvSpPr>
          <p:cNvPr id="469" name="Google Shape;469;p61"/>
          <p:cNvSpPr txBox="1"/>
          <p:nvPr>
            <p:ph idx="2" type="title"/>
          </p:nvPr>
        </p:nvSpPr>
        <p:spPr>
          <a:xfrm>
            <a:off x="848400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1</a:t>
            </a:r>
            <a:endParaRPr/>
          </a:p>
        </p:txBody>
      </p:sp>
      <p:sp>
        <p:nvSpPr>
          <p:cNvPr id="470" name="Google Shape;470;p61"/>
          <p:cNvSpPr txBox="1"/>
          <p:nvPr>
            <p:ph idx="1" type="subTitle"/>
          </p:nvPr>
        </p:nvSpPr>
        <p:spPr>
          <a:xfrm>
            <a:off x="848400" y="2744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Adaptar todo o código do Sprint de Desenvolvimento, de acordo com a framework que utilizaremos</a:t>
            </a:r>
            <a:endParaRPr/>
          </a:p>
        </p:txBody>
      </p:sp>
      <p:sp>
        <p:nvSpPr>
          <p:cNvPr id="471" name="Google Shape;471;p61"/>
          <p:cNvSpPr txBox="1"/>
          <p:nvPr>
            <p:ph idx="3" type="title"/>
          </p:nvPr>
        </p:nvSpPr>
        <p:spPr>
          <a:xfrm>
            <a:off x="2765499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2</a:t>
            </a:r>
            <a:endParaRPr/>
          </a:p>
        </p:txBody>
      </p:sp>
      <p:sp>
        <p:nvSpPr>
          <p:cNvPr id="472" name="Google Shape;472;p61"/>
          <p:cNvSpPr txBox="1"/>
          <p:nvPr>
            <p:ph idx="4" type="subTitle"/>
          </p:nvPr>
        </p:nvSpPr>
        <p:spPr>
          <a:xfrm>
            <a:off x="2765499" y="2744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/>
              <a:t>Fornecer ajuda para a integração dos casos de uso para as duplas</a:t>
            </a:r>
            <a:endParaRPr/>
          </a:p>
        </p:txBody>
      </p:sp>
      <p:sp>
        <p:nvSpPr>
          <p:cNvPr id="473" name="Google Shape;473;p61"/>
          <p:cNvSpPr txBox="1"/>
          <p:nvPr>
            <p:ph idx="5" type="title"/>
          </p:nvPr>
        </p:nvSpPr>
        <p:spPr>
          <a:xfrm>
            <a:off x="4682598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3</a:t>
            </a:r>
            <a:endParaRPr/>
          </a:p>
        </p:txBody>
      </p:sp>
      <p:sp>
        <p:nvSpPr>
          <p:cNvPr id="474" name="Google Shape;474;p61"/>
          <p:cNvSpPr txBox="1"/>
          <p:nvPr>
            <p:ph idx="6" type="subTitle"/>
          </p:nvPr>
        </p:nvSpPr>
        <p:spPr>
          <a:xfrm>
            <a:off x="4682598" y="2744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Pesquisar sobre uma ferramenta para o envio de e-mail (PHPMailer)</a:t>
            </a:r>
            <a:endParaRPr/>
          </a:p>
        </p:txBody>
      </p:sp>
      <p:sp>
        <p:nvSpPr>
          <p:cNvPr id="475" name="Google Shape;475;p61"/>
          <p:cNvSpPr txBox="1"/>
          <p:nvPr>
            <p:ph idx="7" type="title"/>
          </p:nvPr>
        </p:nvSpPr>
        <p:spPr>
          <a:xfrm>
            <a:off x="6599697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</p:txBody>
      </p:sp>
      <p:sp>
        <p:nvSpPr>
          <p:cNvPr id="476" name="Google Shape;476;p61"/>
          <p:cNvSpPr txBox="1"/>
          <p:nvPr>
            <p:ph idx="8" type="subTitle"/>
          </p:nvPr>
        </p:nvSpPr>
        <p:spPr>
          <a:xfrm>
            <a:off x="6599697" y="2744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Envio de e-mail e corrigir alguns erros inesperados</a:t>
            </a:r>
            <a:endParaRPr/>
          </a:p>
        </p:txBody>
      </p:sp>
      <p:sp>
        <p:nvSpPr>
          <p:cNvPr id="477" name="Google Shape;477;p61"/>
          <p:cNvSpPr/>
          <p:nvPr/>
        </p:nvSpPr>
        <p:spPr>
          <a:xfrm>
            <a:off x="3298613" y="160605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61"/>
          <p:cNvSpPr/>
          <p:nvPr/>
        </p:nvSpPr>
        <p:spPr>
          <a:xfrm>
            <a:off x="5199863" y="16060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61"/>
          <p:cNvSpPr/>
          <p:nvPr/>
        </p:nvSpPr>
        <p:spPr>
          <a:xfrm>
            <a:off x="7132738" y="16060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0" name="Google Shape;480;p61"/>
          <p:cNvGrpSpPr/>
          <p:nvPr/>
        </p:nvGrpSpPr>
        <p:grpSpPr>
          <a:xfrm>
            <a:off x="5331026" y="1723448"/>
            <a:ext cx="399028" cy="354920"/>
            <a:chOff x="854261" y="2908813"/>
            <a:chExt cx="377474" cy="335748"/>
          </a:xfrm>
        </p:grpSpPr>
        <p:sp>
          <p:nvSpPr>
            <p:cNvPr id="481" name="Google Shape;481;p61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61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61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61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61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6" name="Google Shape;486;p61"/>
          <p:cNvSpPr/>
          <p:nvPr/>
        </p:nvSpPr>
        <p:spPr>
          <a:xfrm>
            <a:off x="1381500" y="1606064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61"/>
          <p:cNvSpPr/>
          <p:nvPr/>
        </p:nvSpPr>
        <p:spPr>
          <a:xfrm>
            <a:off x="7228312" y="1677764"/>
            <a:ext cx="438664" cy="400611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8" name="Google Shape;488;p61"/>
          <p:cNvGrpSpPr/>
          <p:nvPr/>
        </p:nvGrpSpPr>
        <p:grpSpPr>
          <a:xfrm>
            <a:off x="3425765" y="1702595"/>
            <a:ext cx="375376" cy="375779"/>
            <a:chOff x="3539102" y="2427549"/>
            <a:chExt cx="355099" cy="355481"/>
          </a:xfrm>
        </p:grpSpPr>
        <p:sp>
          <p:nvSpPr>
            <p:cNvPr id="489" name="Google Shape;489;p61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61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1" name="Google Shape;491;p61"/>
          <p:cNvGrpSpPr/>
          <p:nvPr/>
        </p:nvGrpSpPr>
        <p:grpSpPr>
          <a:xfrm>
            <a:off x="1538302" y="1763451"/>
            <a:ext cx="316093" cy="314916"/>
            <a:chOff x="5355784" y="3834547"/>
            <a:chExt cx="299019" cy="297905"/>
          </a:xfrm>
        </p:grpSpPr>
        <p:sp>
          <p:nvSpPr>
            <p:cNvPr id="492" name="Google Shape;492;p61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61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61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61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96" name="Google Shape;496;p61"/>
          <p:cNvCxnSpPr/>
          <p:nvPr/>
        </p:nvCxnSpPr>
        <p:spPr>
          <a:xfrm>
            <a:off x="916600" y="962050"/>
            <a:ext cx="5461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2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Gustavo Diniz </a:t>
            </a:r>
            <a:r>
              <a:rPr lang="en"/>
              <a:t>– Desenvolvedor / DBA</a:t>
            </a:r>
            <a:endParaRPr/>
          </a:p>
        </p:txBody>
      </p:sp>
      <p:sp>
        <p:nvSpPr>
          <p:cNvPr id="502" name="Google Shape;502;p62"/>
          <p:cNvSpPr txBox="1"/>
          <p:nvPr>
            <p:ph idx="2" type="title"/>
          </p:nvPr>
        </p:nvSpPr>
        <p:spPr>
          <a:xfrm>
            <a:off x="848400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1</a:t>
            </a:r>
            <a:endParaRPr/>
          </a:p>
        </p:txBody>
      </p:sp>
      <p:sp>
        <p:nvSpPr>
          <p:cNvPr id="503" name="Google Shape;503;p62"/>
          <p:cNvSpPr txBox="1"/>
          <p:nvPr>
            <p:ph idx="1" type="subTitle"/>
          </p:nvPr>
        </p:nvSpPr>
        <p:spPr>
          <a:xfrm>
            <a:off x="848400" y="2744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Estudo do framework CodeIgniter e suas funcionalidade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04" name="Google Shape;504;p62"/>
          <p:cNvSpPr txBox="1"/>
          <p:nvPr>
            <p:ph idx="3" type="title"/>
          </p:nvPr>
        </p:nvSpPr>
        <p:spPr>
          <a:xfrm>
            <a:off x="2765499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2</a:t>
            </a:r>
            <a:endParaRPr/>
          </a:p>
        </p:txBody>
      </p:sp>
      <p:sp>
        <p:nvSpPr>
          <p:cNvPr id="505" name="Google Shape;505;p62"/>
          <p:cNvSpPr txBox="1"/>
          <p:nvPr>
            <p:ph idx="4" type="subTitle"/>
          </p:nvPr>
        </p:nvSpPr>
        <p:spPr>
          <a:xfrm>
            <a:off x="2765499" y="2744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Ajuda na integração de Editar Informações de Perfil logado.</a:t>
            </a:r>
            <a:endParaRPr/>
          </a:p>
        </p:txBody>
      </p:sp>
      <p:sp>
        <p:nvSpPr>
          <p:cNvPr id="506" name="Google Shape;506;p62"/>
          <p:cNvSpPr txBox="1"/>
          <p:nvPr>
            <p:ph idx="5" type="title"/>
          </p:nvPr>
        </p:nvSpPr>
        <p:spPr>
          <a:xfrm>
            <a:off x="4682598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3</a:t>
            </a:r>
            <a:endParaRPr/>
          </a:p>
        </p:txBody>
      </p:sp>
      <p:sp>
        <p:nvSpPr>
          <p:cNvPr id="507" name="Google Shape;507;p62"/>
          <p:cNvSpPr txBox="1"/>
          <p:nvPr>
            <p:ph idx="6" type="subTitle"/>
          </p:nvPr>
        </p:nvSpPr>
        <p:spPr>
          <a:xfrm>
            <a:off x="4682598" y="2744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Ajuda na Integração de Realizar Cadastro</a:t>
            </a:r>
            <a:endParaRPr/>
          </a:p>
        </p:txBody>
      </p:sp>
      <p:sp>
        <p:nvSpPr>
          <p:cNvPr id="508" name="Google Shape;508;p62"/>
          <p:cNvSpPr txBox="1"/>
          <p:nvPr>
            <p:ph idx="7" type="title"/>
          </p:nvPr>
        </p:nvSpPr>
        <p:spPr>
          <a:xfrm>
            <a:off x="6599697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</p:txBody>
      </p:sp>
      <p:sp>
        <p:nvSpPr>
          <p:cNvPr id="509" name="Google Shape;509;p62"/>
          <p:cNvSpPr txBox="1"/>
          <p:nvPr>
            <p:ph idx="8" type="subTitle"/>
          </p:nvPr>
        </p:nvSpPr>
        <p:spPr>
          <a:xfrm>
            <a:off x="6599697" y="2744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Ociosidade, comunicação e tempo.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10" name="Google Shape;510;p62"/>
          <p:cNvSpPr/>
          <p:nvPr/>
        </p:nvSpPr>
        <p:spPr>
          <a:xfrm>
            <a:off x="3298613" y="160605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62"/>
          <p:cNvSpPr/>
          <p:nvPr/>
        </p:nvSpPr>
        <p:spPr>
          <a:xfrm>
            <a:off x="5199863" y="16060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62"/>
          <p:cNvSpPr/>
          <p:nvPr/>
        </p:nvSpPr>
        <p:spPr>
          <a:xfrm>
            <a:off x="7132738" y="16060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3" name="Google Shape;513;p62"/>
          <p:cNvGrpSpPr/>
          <p:nvPr/>
        </p:nvGrpSpPr>
        <p:grpSpPr>
          <a:xfrm>
            <a:off x="5331026" y="1723448"/>
            <a:ext cx="399028" cy="354920"/>
            <a:chOff x="854261" y="2908813"/>
            <a:chExt cx="377474" cy="335748"/>
          </a:xfrm>
        </p:grpSpPr>
        <p:sp>
          <p:nvSpPr>
            <p:cNvPr id="514" name="Google Shape;514;p62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62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62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62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62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9" name="Google Shape;519;p62"/>
          <p:cNvSpPr/>
          <p:nvPr/>
        </p:nvSpPr>
        <p:spPr>
          <a:xfrm>
            <a:off x="1381500" y="1606064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62"/>
          <p:cNvSpPr/>
          <p:nvPr/>
        </p:nvSpPr>
        <p:spPr>
          <a:xfrm>
            <a:off x="7228312" y="1677764"/>
            <a:ext cx="438664" cy="400611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1" name="Google Shape;521;p62"/>
          <p:cNvGrpSpPr/>
          <p:nvPr/>
        </p:nvGrpSpPr>
        <p:grpSpPr>
          <a:xfrm>
            <a:off x="3425765" y="1702595"/>
            <a:ext cx="375376" cy="375779"/>
            <a:chOff x="3539102" y="2427549"/>
            <a:chExt cx="355099" cy="355481"/>
          </a:xfrm>
        </p:grpSpPr>
        <p:sp>
          <p:nvSpPr>
            <p:cNvPr id="522" name="Google Shape;522;p62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62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4" name="Google Shape;524;p62"/>
          <p:cNvGrpSpPr/>
          <p:nvPr/>
        </p:nvGrpSpPr>
        <p:grpSpPr>
          <a:xfrm>
            <a:off x="1538302" y="1763451"/>
            <a:ext cx="316093" cy="314916"/>
            <a:chOff x="5355784" y="3834547"/>
            <a:chExt cx="299019" cy="297905"/>
          </a:xfrm>
        </p:grpSpPr>
        <p:sp>
          <p:nvSpPr>
            <p:cNvPr id="525" name="Google Shape;525;p62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62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62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62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29" name="Google Shape;529;p62"/>
          <p:cNvCxnSpPr/>
          <p:nvPr/>
        </p:nvCxnSpPr>
        <p:spPr>
          <a:xfrm flipH="1" rot="10800000">
            <a:off x="916600" y="947350"/>
            <a:ext cx="6417600" cy="14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3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Vinicius Andrade</a:t>
            </a:r>
            <a:r>
              <a:rPr lang="en"/>
              <a:t> – Desenvolvedor / DBA</a:t>
            </a:r>
            <a:endParaRPr/>
          </a:p>
        </p:txBody>
      </p:sp>
      <p:sp>
        <p:nvSpPr>
          <p:cNvPr id="535" name="Google Shape;535;p63"/>
          <p:cNvSpPr txBox="1"/>
          <p:nvPr>
            <p:ph idx="2" type="title"/>
          </p:nvPr>
        </p:nvSpPr>
        <p:spPr>
          <a:xfrm>
            <a:off x="848400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1</a:t>
            </a:r>
            <a:endParaRPr/>
          </a:p>
        </p:txBody>
      </p:sp>
      <p:sp>
        <p:nvSpPr>
          <p:cNvPr id="536" name="Google Shape;536;p63"/>
          <p:cNvSpPr txBox="1"/>
          <p:nvPr>
            <p:ph idx="1" type="subTitle"/>
          </p:nvPr>
        </p:nvSpPr>
        <p:spPr>
          <a:xfrm>
            <a:off x="848400" y="2744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A</a:t>
            </a:r>
            <a:r>
              <a:rPr lang="en"/>
              <a:t>daptar todo o código do Sprint de Desenvolvimento, de acordo com a framework que utilizaremos.</a:t>
            </a:r>
            <a:r>
              <a:rPr lang="en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37" name="Google Shape;537;p63"/>
          <p:cNvSpPr txBox="1"/>
          <p:nvPr>
            <p:ph idx="3" type="title"/>
          </p:nvPr>
        </p:nvSpPr>
        <p:spPr>
          <a:xfrm>
            <a:off x="2765499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2</a:t>
            </a:r>
            <a:endParaRPr/>
          </a:p>
        </p:txBody>
      </p:sp>
      <p:sp>
        <p:nvSpPr>
          <p:cNvPr id="538" name="Google Shape;538;p63"/>
          <p:cNvSpPr txBox="1"/>
          <p:nvPr>
            <p:ph idx="4" type="subTitle"/>
          </p:nvPr>
        </p:nvSpPr>
        <p:spPr>
          <a:xfrm>
            <a:off x="2765499" y="2744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Fornecer ajuda para a integração dos casos de uso para as duplas.</a:t>
            </a:r>
            <a:r>
              <a:rPr lang="en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39" name="Google Shape;539;p63"/>
          <p:cNvSpPr txBox="1"/>
          <p:nvPr>
            <p:ph idx="5" type="title"/>
          </p:nvPr>
        </p:nvSpPr>
        <p:spPr>
          <a:xfrm>
            <a:off x="4682598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3</a:t>
            </a:r>
            <a:endParaRPr/>
          </a:p>
        </p:txBody>
      </p:sp>
      <p:sp>
        <p:nvSpPr>
          <p:cNvPr id="540" name="Google Shape;540;p63"/>
          <p:cNvSpPr txBox="1"/>
          <p:nvPr>
            <p:ph idx="6" type="subTitle"/>
          </p:nvPr>
        </p:nvSpPr>
        <p:spPr>
          <a:xfrm>
            <a:off x="4682598" y="2744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Estudo do framework CodeIgniter e suas funcionalidades.</a:t>
            </a:r>
            <a:r>
              <a:rPr lang="en"/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41" name="Google Shape;541;p63"/>
          <p:cNvSpPr txBox="1"/>
          <p:nvPr>
            <p:ph idx="7" type="title"/>
          </p:nvPr>
        </p:nvSpPr>
        <p:spPr>
          <a:xfrm>
            <a:off x="6599697" y="23929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</p:txBody>
      </p:sp>
      <p:sp>
        <p:nvSpPr>
          <p:cNvPr id="542" name="Google Shape;542;p63"/>
          <p:cNvSpPr txBox="1"/>
          <p:nvPr>
            <p:ph idx="8" type="subTitle"/>
          </p:nvPr>
        </p:nvSpPr>
        <p:spPr>
          <a:xfrm>
            <a:off x="6599697" y="27448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Entendimento da nova framework utilizada.</a:t>
            </a:r>
            <a:endParaRPr/>
          </a:p>
        </p:txBody>
      </p:sp>
      <p:sp>
        <p:nvSpPr>
          <p:cNvPr id="543" name="Google Shape;543;p63"/>
          <p:cNvSpPr/>
          <p:nvPr/>
        </p:nvSpPr>
        <p:spPr>
          <a:xfrm>
            <a:off x="3298613" y="160605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63"/>
          <p:cNvSpPr/>
          <p:nvPr/>
        </p:nvSpPr>
        <p:spPr>
          <a:xfrm>
            <a:off x="5199863" y="16060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63"/>
          <p:cNvSpPr/>
          <p:nvPr/>
        </p:nvSpPr>
        <p:spPr>
          <a:xfrm>
            <a:off x="7132738" y="16060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6" name="Google Shape;546;p63"/>
          <p:cNvGrpSpPr/>
          <p:nvPr/>
        </p:nvGrpSpPr>
        <p:grpSpPr>
          <a:xfrm>
            <a:off x="5331026" y="1723448"/>
            <a:ext cx="399028" cy="354920"/>
            <a:chOff x="854261" y="2908813"/>
            <a:chExt cx="377474" cy="335748"/>
          </a:xfrm>
        </p:grpSpPr>
        <p:sp>
          <p:nvSpPr>
            <p:cNvPr id="547" name="Google Shape;547;p63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63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63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63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63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2" name="Google Shape;552;p63"/>
          <p:cNvSpPr/>
          <p:nvPr/>
        </p:nvSpPr>
        <p:spPr>
          <a:xfrm>
            <a:off x="1381500" y="1606064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63"/>
          <p:cNvSpPr/>
          <p:nvPr/>
        </p:nvSpPr>
        <p:spPr>
          <a:xfrm>
            <a:off x="7228312" y="1677764"/>
            <a:ext cx="438664" cy="400611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4" name="Google Shape;554;p63"/>
          <p:cNvGrpSpPr/>
          <p:nvPr/>
        </p:nvGrpSpPr>
        <p:grpSpPr>
          <a:xfrm>
            <a:off x="3425765" y="1702595"/>
            <a:ext cx="375376" cy="375779"/>
            <a:chOff x="3539102" y="2427549"/>
            <a:chExt cx="355099" cy="355481"/>
          </a:xfrm>
        </p:grpSpPr>
        <p:sp>
          <p:nvSpPr>
            <p:cNvPr id="555" name="Google Shape;555;p63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63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7" name="Google Shape;557;p63"/>
          <p:cNvGrpSpPr/>
          <p:nvPr/>
        </p:nvGrpSpPr>
        <p:grpSpPr>
          <a:xfrm>
            <a:off x="1538302" y="1763451"/>
            <a:ext cx="316093" cy="314916"/>
            <a:chOff x="5355784" y="3834547"/>
            <a:chExt cx="299019" cy="297905"/>
          </a:xfrm>
        </p:grpSpPr>
        <p:sp>
          <p:nvSpPr>
            <p:cNvPr id="558" name="Google Shape;558;p63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63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63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63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62" name="Google Shape;562;p63"/>
          <p:cNvCxnSpPr/>
          <p:nvPr/>
        </p:nvCxnSpPr>
        <p:spPr>
          <a:xfrm flipH="1" rot="10800000">
            <a:off x="916600" y="955450"/>
            <a:ext cx="6987300" cy="6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4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Richard Senra – Desenvolvedor / DBA</a:t>
            </a:r>
            <a:endParaRPr/>
          </a:p>
        </p:txBody>
      </p:sp>
      <p:sp>
        <p:nvSpPr>
          <p:cNvPr id="568" name="Google Shape;568;p64"/>
          <p:cNvSpPr txBox="1"/>
          <p:nvPr>
            <p:ph idx="2" type="title"/>
          </p:nvPr>
        </p:nvSpPr>
        <p:spPr>
          <a:xfrm>
            <a:off x="2259325" y="20495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1</a:t>
            </a:r>
            <a:endParaRPr/>
          </a:p>
        </p:txBody>
      </p:sp>
      <p:sp>
        <p:nvSpPr>
          <p:cNvPr id="569" name="Google Shape;569;p64"/>
          <p:cNvSpPr txBox="1"/>
          <p:nvPr>
            <p:ph idx="1" type="subTitle"/>
          </p:nvPr>
        </p:nvSpPr>
        <p:spPr>
          <a:xfrm>
            <a:off x="2259325" y="24014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Auxílio</a:t>
            </a:r>
            <a:r>
              <a:rPr lang="en"/>
              <a:t> na adaptação de </a:t>
            </a:r>
            <a:r>
              <a:rPr lang="en"/>
              <a:t>todo o código do Sprint de Desenvolvimento, de acordo com a framework que utilizaremos.</a:t>
            </a:r>
            <a:r>
              <a:rPr lang="en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70" name="Google Shape;570;p64"/>
          <p:cNvSpPr txBox="1"/>
          <p:nvPr>
            <p:ph idx="7" type="title"/>
          </p:nvPr>
        </p:nvSpPr>
        <p:spPr>
          <a:xfrm>
            <a:off x="4457197" y="20495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</p:txBody>
      </p:sp>
      <p:sp>
        <p:nvSpPr>
          <p:cNvPr id="571" name="Google Shape;571;p64"/>
          <p:cNvSpPr txBox="1"/>
          <p:nvPr>
            <p:ph idx="8" type="subTitle"/>
          </p:nvPr>
        </p:nvSpPr>
        <p:spPr>
          <a:xfrm>
            <a:off x="4457197" y="24014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Entendimento da nova framework utilizada.</a:t>
            </a:r>
            <a:endParaRPr/>
          </a:p>
        </p:txBody>
      </p:sp>
      <p:sp>
        <p:nvSpPr>
          <p:cNvPr id="572" name="Google Shape;572;p64"/>
          <p:cNvSpPr/>
          <p:nvPr/>
        </p:nvSpPr>
        <p:spPr>
          <a:xfrm>
            <a:off x="4990238" y="12626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64"/>
          <p:cNvSpPr/>
          <p:nvPr/>
        </p:nvSpPr>
        <p:spPr>
          <a:xfrm>
            <a:off x="2792425" y="1262664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64"/>
          <p:cNvSpPr/>
          <p:nvPr/>
        </p:nvSpPr>
        <p:spPr>
          <a:xfrm>
            <a:off x="5085812" y="1334364"/>
            <a:ext cx="438664" cy="400611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5" name="Google Shape;575;p64"/>
          <p:cNvGrpSpPr/>
          <p:nvPr/>
        </p:nvGrpSpPr>
        <p:grpSpPr>
          <a:xfrm>
            <a:off x="2949227" y="1420051"/>
            <a:ext cx="316093" cy="314916"/>
            <a:chOff x="5355784" y="3834547"/>
            <a:chExt cx="299019" cy="297905"/>
          </a:xfrm>
        </p:grpSpPr>
        <p:sp>
          <p:nvSpPr>
            <p:cNvPr id="576" name="Google Shape;576;p64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64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64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64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80" name="Google Shape;580;p64"/>
          <p:cNvCxnSpPr/>
          <p:nvPr/>
        </p:nvCxnSpPr>
        <p:spPr>
          <a:xfrm flipH="1" rot="10800000">
            <a:off x="916600" y="955450"/>
            <a:ext cx="6987300" cy="6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5"/>
          <p:cNvSpPr txBox="1"/>
          <p:nvPr>
            <p:ph type="title"/>
          </p:nvPr>
        </p:nvSpPr>
        <p:spPr>
          <a:xfrm>
            <a:off x="1402641" y="1933550"/>
            <a:ext cx="75969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en" sz="6700"/>
              <a:t>Funcionalidades</a:t>
            </a:r>
            <a:endParaRPr sz="6700"/>
          </a:p>
        </p:txBody>
      </p:sp>
      <p:cxnSp>
        <p:nvCxnSpPr>
          <p:cNvPr id="586" name="Google Shape;586;p65"/>
          <p:cNvCxnSpPr/>
          <p:nvPr/>
        </p:nvCxnSpPr>
        <p:spPr>
          <a:xfrm>
            <a:off x="916650" y="962050"/>
            <a:ext cx="40611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6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Funcionalidades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cxnSp>
        <p:nvCxnSpPr>
          <p:cNvPr id="592" name="Google Shape;592;p66"/>
          <p:cNvCxnSpPr/>
          <p:nvPr/>
        </p:nvCxnSpPr>
        <p:spPr>
          <a:xfrm flipH="1" rot="10800000">
            <a:off x="916650" y="947350"/>
            <a:ext cx="2847000" cy="14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3" name="Google Shape;593;p66"/>
          <p:cNvSpPr txBox="1"/>
          <p:nvPr/>
        </p:nvSpPr>
        <p:spPr>
          <a:xfrm>
            <a:off x="916650" y="1239200"/>
            <a:ext cx="80865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Logar no sistema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Tela de boas vindas para usuários logados e para usuários não logados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Realizar cadastro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Editar informações do perfil logado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Visualizar informações sobre o projeto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Realizar Contato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Visualizar Informações Sobre o Projeto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Gerir funcionários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4" name="Google Shape;594;p66"/>
          <p:cNvSpPr txBox="1"/>
          <p:nvPr/>
        </p:nvSpPr>
        <p:spPr>
          <a:xfrm>
            <a:off x="916650" y="3550369"/>
            <a:ext cx="8086500" cy="1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 fazer:</a:t>
            </a:r>
            <a:endParaRPr b="1" sz="2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Gerir Dependentes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Recuperar Senha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67"/>
          <p:cNvPicPr preferRelativeResize="0"/>
          <p:nvPr/>
        </p:nvPicPr>
        <p:blipFill rotWithShape="1">
          <a:blip r:embed="rId3">
            <a:alphaModFix/>
          </a:blip>
          <a:srcRect b="34422" l="0" r="0" t="31505"/>
          <a:stretch/>
        </p:blipFill>
        <p:spPr>
          <a:xfrm>
            <a:off x="0" y="3063700"/>
            <a:ext cx="9143996" cy="2079799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67"/>
          <p:cNvSpPr/>
          <p:nvPr/>
        </p:nvSpPr>
        <p:spPr>
          <a:xfrm>
            <a:off x="2080200" y="240000"/>
            <a:ext cx="4983600" cy="46635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67"/>
          <p:cNvSpPr txBox="1"/>
          <p:nvPr>
            <p:ph type="title"/>
          </p:nvPr>
        </p:nvSpPr>
        <p:spPr>
          <a:xfrm>
            <a:off x="2202715" y="1341401"/>
            <a:ext cx="5155348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600"/>
              <a:t>MÓDULO 2:</a:t>
            </a:r>
            <a:br>
              <a:rPr lang="en" sz="4600"/>
            </a:br>
            <a:r>
              <a:rPr lang="en" sz="4600"/>
              <a:t>CONSULTÓRIO ONLINE</a:t>
            </a:r>
            <a:endParaRPr sz="4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8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Larissa Ribeiro – Product Owner</a:t>
            </a:r>
            <a:endParaRPr/>
          </a:p>
        </p:txBody>
      </p:sp>
      <p:sp>
        <p:nvSpPr>
          <p:cNvPr id="607" name="Google Shape;607;p68"/>
          <p:cNvSpPr txBox="1"/>
          <p:nvPr>
            <p:ph idx="2" type="title"/>
          </p:nvPr>
        </p:nvSpPr>
        <p:spPr>
          <a:xfrm>
            <a:off x="617825" y="24231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1</a:t>
            </a:r>
            <a:endParaRPr/>
          </a:p>
        </p:txBody>
      </p:sp>
      <p:sp>
        <p:nvSpPr>
          <p:cNvPr id="608" name="Google Shape;608;p68"/>
          <p:cNvSpPr txBox="1"/>
          <p:nvPr>
            <p:ph idx="1" type="subTitle"/>
          </p:nvPr>
        </p:nvSpPr>
        <p:spPr>
          <a:xfrm>
            <a:off x="424325" y="2869775"/>
            <a:ext cx="2082900" cy="18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Desenvolvimento dos inserts integrados</a:t>
            </a:r>
            <a:endParaRPr/>
          </a:p>
        </p:txBody>
      </p:sp>
      <p:sp>
        <p:nvSpPr>
          <p:cNvPr id="609" name="Google Shape;609;p68"/>
          <p:cNvSpPr txBox="1"/>
          <p:nvPr>
            <p:ph idx="3" type="title"/>
          </p:nvPr>
        </p:nvSpPr>
        <p:spPr>
          <a:xfrm>
            <a:off x="2992624" y="24231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2</a:t>
            </a:r>
            <a:endParaRPr/>
          </a:p>
        </p:txBody>
      </p:sp>
      <p:sp>
        <p:nvSpPr>
          <p:cNvPr id="610" name="Google Shape;610;p68"/>
          <p:cNvSpPr txBox="1"/>
          <p:nvPr>
            <p:ph idx="4" type="subTitle"/>
          </p:nvPr>
        </p:nvSpPr>
        <p:spPr>
          <a:xfrm>
            <a:off x="5173925" y="2820125"/>
            <a:ext cx="18066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Organização da apresentação juntamente com os outros POs.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11" name="Google Shape;611;p68"/>
          <p:cNvSpPr txBox="1"/>
          <p:nvPr>
            <p:ph idx="5" type="title"/>
          </p:nvPr>
        </p:nvSpPr>
        <p:spPr>
          <a:xfrm>
            <a:off x="5207848" y="24231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3</a:t>
            </a:r>
            <a:endParaRPr/>
          </a:p>
        </p:txBody>
      </p:sp>
      <p:sp>
        <p:nvSpPr>
          <p:cNvPr id="612" name="Google Shape;612;p68"/>
          <p:cNvSpPr txBox="1"/>
          <p:nvPr>
            <p:ph idx="6" type="subTitle"/>
          </p:nvPr>
        </p:nvSpPr>
        <p:spPr>
          <a:xfrm>
            <a:off x="2631425" y="2869725"/>
            <a:ext cx="2418300" cy="14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Desenvolvimento da integração do Sprint 1 com a adaptação para o uso do CodeIgniter</a:t>
            </a:r>
            <a:endParaRPr/>
          </a:p>
        </p:txBody>
      </p:sp>
      <p:sp>
        <p:nvSpPr>
          <p:cNvPr id="613" name="Google Shape;613;p68"/>
          <p:cNvSpPr txBox="1"/>
          <p:nvPr>
            <p:ph idx="7" type="title"/>
          </p:nvPr>
        </p:nvSpPr>
        <p:spPr>
          <a:xfrm>
            <a:off x="7061847" y="24231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</p:txBody>
      </p:sp>
      <p:sp>
        <p:nvSpPr>
          <p:cNvPr id="614" name="Google Shape;614;p68"/>
          <p:cNvSpPr txBox="1"/>
          <p:nvPr>
            <p:ph idx="8" type="subTitle"/>
          </p:nvPr>
        </p:nvSpPr>
        <p:spPr>
          <a:xfrm>
            <a:off x="7061872" y="2820125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Passar as funcionalidades para framework</a:t>
            </a:r>
            <a:endParaRPr/>
          </a:p>
        </p:txBody>
      </p:sp>
      <p:sp>
        <p:nvSpPr>
          <p:cNvPr id="615" name="Google Shape;615;p68"/>
          <p:cNvSpPr/>
          <p:nvPr/>
        </p:nvSpPr>
        <p:spPr>
          <a:xfrm>
            <a:off x="3540288" y="163625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68"/>
          <p:cNvSpPr/>
          <p:nvPr/>
        </p:nvSpPr>
        <p:spPr>
          <a:xfrm>
            <a:off x="5707013" y="1671488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68"/>
          <p:cNvSpPr/>
          <p:nvPr/>
        </p:nvSpPr>
        <p:spPr>
          <a:xfrm>
            <a:off x="7594938" y="161145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8" name="Google Shape;618;p68"/>
          <p:cNvGrpSpPr/>
          <p:nvPr/>
        </p:nvGrpSpPr>
        <p:grpSpPr>
          <a:xfrm>
            <a:off x="5838176" y="1788861"/>
            <a:ext cx="399028" cy="354919"/>
            <a:chOff x="854261" y="2908813"/>
            <a:chExt cx="377474" cy="335748"/>
          </a:xfrm>
        </p:grpSpPr>
        <p:sp>
          <p:nvSpPr>
            <p:cNvPr id="619" name="Google Shape;619;p68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8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68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68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68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4" name="Google Shape;624;p68"/>
          <p:cNvSpPr/>
          <p:nvPr/>
        </p:nvSpPr>
        <p:spPr>
          <a:xfrm>
            <a:off x="1150925" y="1636264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68"/>
          <p:cNvSpPr/>
          <p:nvPr/>
        </p:nvSpPr>
        <p:spPr>
          <a:xfrm>
            <a:off x="7690512" y="1683139"/>
            <a:ext cx="438664" cy="400611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6" name="Google Shape;626;p68"/>
          <p:cNvGrpSpPr/>
          <p:nvPr/>
        </p:nvGrpSpPr>
        <p:grpSpPr>
          <a:xfrm>
            <a:off x="3667440" y="1732795"/>
            <a:ext cx="375375" cy="375779"/>
            <a:chOff x="3539102" y="2427549"/>
            <a:chExt cx="355099" cy="355481"/>
          </a:xfrm>
        </p:grpSpPr>
        <p:sp>
          <p:nvSpPr>
            <p:cNvPr id="627" name="Google Shape;627;p68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68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9" name="Google Shape;629;p68"/>
          <p:cNvGrpSpPr/>
          <p:nvPr/>
        </p:nvGrpSpPr>
        <p:grpSpPr>
          <a:xfrm>
            <a:off x="1307727" y="1793651"/>
            <a:ext cx="316093" cy="314915"/>
            <a:chOff x="5355784" y="3834547"/>
            <a:chExt cx="299019" cy="297905"/>
          </a:xfrm>
        </p:grpSpPr>
        <p:sp>
          <p:nvSpPr>
            <p:cNvPr id="630" name="Google Shape;630;p68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68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68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68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34" name="Google Shape;634;p68"/>
          <p:cNvCxnSpPr/>
          <p:nvPr/>
        </p:nvCxnSpPr>
        <p:spPr>
          <a:xfrm>
            <a:off x="916600" y="962050"/>
            <a:ext cx="5408573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9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Gabriel Sofiati – Analista / Testador</a:t>
            </a:r>
            <a:endParaRPr/>
          </a:p>
        </p:txBody>
      </p:sp>
      <p:sp>
        <p:nvSpPr>
          <p:cNvPr id="640" name="Google Shape;640;p69"/>
          <p:cNvSpPr txBox="1"/>
          <p:nvPr>
            <p:ph idx="2" type="title"/>
          </p:nvPr>
        </p:nvSpPr>
        <p:spPr>
          <a:xfrm>
            <a:off x="652350" y="25255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1</a:t>
            </a:r>
            <a:endParaRPr/>
          </a:p>
        </p:txBody>
      </p:sp>
      <p:sp>
        <p:nvSpPr>
          <p:cNvPr id="641" name="Google Shape;641;p69"/>
          <p:cNvSpPr txBox="1"/>
          <p:nvPr>
            <p:ph idx="1" type="subTitle"/>
          </p:nvPr>
        </p:nvSpPr>
        <p:spPr>
          <a:xfrm>
            <a:off x="472500" y="2936050"/>
            <a:ext cx="2055600" cy="16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Elaboração/junção do banco de dados integrado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42" name="Google Shape;642;p69"/>
          <p:cNvSpPr txBox="1"/>
          <p:nvPr>
            <p:ph idx="3" type="title"/>
          </p:nvPr>
        </p:nvSpPr>
        <p:spPr>
          <a:xfrm>
            <a:off x="2615049" y="2525525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2</a:t>
            </a:r>
            <a:endParaRPr/>
          </a:p>
        </p:txBody>
      </p:sp>
      <p:sp>
        <p:nvSpPr>
          <p:cNvPr id="643" name="Google Shape;643;p69"/>
          <p:cNvSpPr txBox="1"/>
          <p:nvPr>
            <p:ph idx="4" type="subTitle"/>
          </p:nvPr>
        </p:nvSpPr>
        <p:spPr>
          <a:xfrm>
            <a:off x="2562025" y="2936050"/>
            <a:ext cx="19365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Adaptação para a nova estrutura. </a:t>
            </a:r>
            <a:endParaRPr/>
          </a:p>
        </p:txBody>
      </p:sp>
      <p:sp>
        <p:nvSpPr>
          <p:cNvPr id="644" name="Google Shape;644;p69"/>
          <p:cNvSpPr txBox="1"/>
          <p:nvPr>
            <p:ph idx="5" type="title"/>
          </p:nvPr>
        </p:nvSpPr>
        <p:spPr>
          <a:xfrm>
            <a:off x="4668586" y="25255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3</a:t>
            </a:r>
            <a:endParaRPr/>
          </a:p>
        </p:txBody>
      </p:sp>
      <p:sp>
        <p:nvSpPr>
          <p:cNvPr id="645" name="Google Shape;645;p69"/>
          <p:cNvSpPr txBox="1"/>
          <p:nvPr>
            <p:ph idx="6" type="subTitle"/>
          </p:nvPr>
        </p:nvSpPr>
        <p:spPr>
          <a:xfrm>
            <a:off x="4532438" y="2936050"/>
            <a:ext cx="1936500" cy="15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Ajudar na integração dos casos de uso.</a:t>
            </a:r>
            <a:endParaRPr/>
          </a:p>
        </p:txBody>
      </p:sp>
      <p:sp>
        <p:nvSpPr>
          <p:cNvPr id="646" name="Google Shape;646;p69"/>
          <p:cNvSpPr txBox="1"/>
          <p:nvPr>
            <p:ph idx="7" type="title"/>
          </p:nvPr>
        </p:nvSpPr>
        <p:spPr>
          <a:xfrm>
            <a:off x="6775372" y="25255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</p:txBody>
      </p:sp>
      <p:sp>
        <p:nvSpPr>
          <p:cNvPr id="647" name="Google Shape;647;p69"/>
          <p:cNvSpPr txBox="1"/>
          <p:nvPr>
            <p:ph idx="8" type="subTitle"/>
          </p:nvPr>
        </p:nvSpPr>
        <p:spPr>
          <a:xfrm>
            <a:off x="6534525" y="2936050"/>
            <a:ext cx="21063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Tempo.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48" name="Google Shape;648;p69"/>
          <p:cNvSpPr/>
          <p:nvPr/>
        </p:nvSpPr>
        <p:spPr>
          <a:xfrm>
            <a:off x="3148163" y="17386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69"/>
          <p:cNvSpPr/>
          <p:nvPr/>
        </p:nvSpPr>
        <p:spPr>
          <a:xfrm>
            <a:off x="5185851" y="17386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69"/>
          <p:cNvSpPr/>
          <p:nvPr/>
        </p:nvSpPr>
        <p:spPr>
          <a:xfrm>
            <a:off x="7308413" y="17386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1" name="Google Shape;651;p69"/>
          <p:cNvGrpSpPr/>
          <p:nvPr/>
        </p:nvGrpSpPr>
        <p:grpSpPr>
          <a:xfrm>
            <a:off x="5317014" y="1856048"/>
            <a:ext cx="399028" cy="354919"/>
            <a:chOff x="854261" y="2908813"/>
            <a:chExt cx="377474" cy="335748"/>
          </a:xfrm>
        </p:grpSpPr>
        <p:sp>
          <p:nvSpPr>
            <p:cNvPr id="652" name="Google Shape;652;p69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69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69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69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69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7" name="Google Shape;657;p69"/>
          <p:cNvSpPr/>
          <p:nvPr/>
        </p:nvSpPr>
        <p:spPr>
          <a:xfrm>
            <a:off x="1185450" y="1738664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69"/>
          <p:cNvSpPr/>
          <p:nvPr/>
        </p:nvSpPr>
        <p:spPr>
          <a:xfrm>
            <a:off x="7403987" y="1810364"/>
            <a:ext cx="438664" cy="400611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9" name="Google Shape;659;p69"/>
          <p:cNvGrpSpPr/>
          <p:nvPr/>
        </p:nvGrpSpPr>
        <p:grpSpPr>
          <a:xfrm>
            <a:off x="3275315" y="1835220"/>
            <a:ext cx="375375" cy="375779"/>
            <a:chOff x="3539102" y="2427549"/>
            <a:chExt cx="355099" cy="355481"/>
          </a:xfrm>
        </p:grpSpPr>
        <p:sp>
          <p:nvSpPr>
            <p:cNvPr id="660" name="Google Shape;660;p69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69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2" name="Google Shape;662;p69"/>
          <p:cNvGrpSpPr/>
          <p:nvPr/>
        </p:nvGrpSpPr>
        <p:grpSpPr>
          <a:xfrm>
            <a:off x="1342252" y="1896051"/>
            <a:ext cx="316093" cy="314915"/>
            <a:chOff x="5355784" y="3834547"/>
            <a:chExt cx="299019" cy="297905"/>
          </a:xfrm>
        </p:grpSpPr>
        <p:sp>
          <p:nvSpPr>
            <p:cNvPr id="663" name="Google Shape;663;p69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69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69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69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67" name="Google Shape;667;p69"/>
          <p:cNvCxnSpPr/>
          <p:nvPr/>
        </p:nvCxnSpPr>
        <p:spPr>
          <a:xfrm>
            <a:off x="916600" y="962050"/>
            <a:ext cx="6061716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70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Webster Dias – Analista / Testador</a:t>
            </a:r>
            <a:endParaRPr/>
          </a:p>
        </p:txBody>
      </p:sp>
      <p:sp>
        <p:nvSpPr>
          <p:cNvPr id="673" name="Google Shape;673;p70"/>
          <p:cNvSpPr txBox="1"/>
          <p:nvPr>
            <p:ph idx="7" type="title"/>
          </p:nvPr>
        </p:nvSpPr>
        <p:spPr>
          <a:xfrm>
            <a:off x="6599697" y="30135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">
                <a:solidFill>
                  <a:schemeClr val="dk1"/>
                </a:solidFill>
              </a:rPr>
              <a:t>Acesso (rotas)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674" name="Google Shape;674;p70"/>
          <p:cNvSpPr/>
          <p:nvPr/>
        </p:nvSpPr>
        <p:spPr>
          <a:xfrm>
            <a:off x="1579425" y="2298369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70"/>
          <p:cNvSpPr/>
          <p:nvPr/>
        </p:nvSpPr>
        <p:spPr>
          <a:xfrm>
            <a:off x="7132738" y="22266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6" name="Google Shape;676;p70"/>
          <p:cNvGrpSpPr/>
          <p:nvPr/>
        </p:nvGrpSpPr>
        <p:grpSpPr>
          <a:xfrm>
            <a:off x="1710589" y="2415741"/>
            <a:ext cx="399028" cy="354919"/>
            <a:chOff x="854261" y="2908813"/>
            <a:chExt cx="377474" cy="335748"/>
          </a:xfrm>
        </p:grpSpPr>
        <p:sp>
          <p:nvSpPr>
            <p:cNvPr id="677" name="Google Shape;677;p70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70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70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70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70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2" name="Google Shape;682;p70"/>
          <p:cNvSpPr/>
          <p:nvPr/>
        </p:nvSpPr>
        <p:spPr>
          <a:xfrm>
            <a:off x="7228312" y="2298364"/>
            <a:ext cx="438664" cy="400611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3" name="Google Shape;683;p70"/>
          <p:cNvCxnSpPr/>
          <p:nvPr/>
        </p:nvCxnSpPr>
        <p:spPr>
          <a:xfrm>
            <a:off x="916600" y="962050"/>
            <a:ext cx="5876086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4" name="Google Shape;684;p70"/>
          <p:cNvSpPr txBox="1"/>
          <p:nvPr/>
        </p:nvSpPr>
        <p:spPr>
          <a:xfrm>
            <a:off x="1062147" y="2928076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Banco de Dados In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tegrado</a:t>
            </a:r>
            <a:endParaRPr/>
          </a:p>
        </p:txBody>
      </p:sp>
      <p:sp>
        <p:nvSpPr>
          <p:cNvPr id="685" name="Google Shape;685;p70"/>
          <p:cNvSpPr/>
          <p:nvPr/>
        </p:nvSpPr>
        <p:spPr>
          <a:xfrm>
            <a:off x="5384909" y="2298384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6" name="Google Shape;686;p70"/>
          <p:cNvGrpSpPr/>
          <p:nvPr/>
        </p:nvGrpSpPr>
        <p:grpSpPr>
          <a:xfrm>
            <a:off x="5463124" y="2376485"/>
            <a:ext cx="493392" cy="473498"/>
            <a:chOff x="1392275" y="257900"/>
            <a:chExt cx="517725" cy="496850"/>
          </a:xfrm>
        </p:grpSpPr>
        <p:sp>
          <p:nvSpPr>
            <p:cNvPr id="687" name="Google Shape;687;p70"/>
            <p:cNvSpPr/>
            <p:nvPr/>
          </p:nvSpPr>
          <p:spPr>
            <a:xfrm>
              <a:off x="1827375" y="310625"/>
              <a:ext cx="20350" cy="19500"/>
            </a:xfrm>
            <a:custGeom>
              <a:rect b="b" l="l" r="r" t="t"/>
              <a:pathLst>
                <a:path extrusionOk="0" h="780" w="814">
                  <a:moveTo>
                    <a:pt x="391" y="1"/>
                  </a:moveTo>
                  <a:cubicBezTo>
                    <a:pt x="191" y="1"/>
                    <a:pt x="0" y="156"/>
                    <a:pt x="0" y="390"/>
                  </a:cubicBezTo>
                  <a:cubicBezTo>
                    <a:pt x="0" y="624"/>
                    <a:pt x="191" y="779"/>
                    <a:pt x="390" y="779"/>
                  </a:cubicBezTo>
                  <a:cubicBezTo>
                    <a:pt x="486" y="779"/>
                    <a:pt x="583" y="744"/>
                    <a:pt x="662" y="664"/>
                  </a:cubicBezTo>
                  <a:cubicBezTo>
                    <a:pt x="814" y="514"/>
                    <a:pt x="814" y="267"/>
                    <a:pt x="662" y="115"/>
                  </a:cubicBezTo>
                  <a:cubicBezTo>
                    <a:pt x="583" y="36"/>
                    <a:pt x="486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70"/>
            <p:cNvSpPr/>
            <p:nvPr/>
          </p:nvSpPr>
          <p:spPr>
            <a:xfrm>
              <a:off x="1719025" y="496600"/>
              <a:ext cx="20375" cy="19450"/>
            </a:xfrm>
            <a:custGeom>
              <a:rect b="b" l="l" r="r" t="t"/>
              <a:pathLst>
                <a:path extrusionOk="0" h="778" w="815">
                  <a:moveTo>
                    <a:pt x="391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2" y="777"/>
                    <a:pt x="391" y="777"/>
                  </a:cubicBezTo>
                  <a:cubicBezTo>
                    <a:pt x="486" y="777"/>
                    <a:pt x="584" y="742"/>
                    <a:pt x="663" y="663"/>
                  </a:cubicBezTo>
                  <a:cubicBezTo>
                    <a:pt x="815" y="512"/>
                    <a:pt x="815" y="265"/>
                    <a:pt x="663" y="115"/>
                  </a:cubicBezTo>
                  <a:cubicBezTo>
                    <a:pt x="584" y="36"/>
                    <a:pt x="486" y="0"/>
                    <a:pt x="3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70"/>
            <p:cNvSpPr/>
            <p:nvPr/>
          </p:nvSpPr>
          <p:spPr>
            <a:xfrm>
              <a:off x="1680250" y="457775"/>
              <a:ext cx="20375" cy="19475"/>
            </a:xfrm>
            <a:custGeom>
              <a:rect b="b" l="l" r="r" t="t"/>
              <a:pathLst>
                <a:path extrusionOk="0" h="779" w="815">
                  <a:moveTo>
                    <a:pt x="391" y="1"/>
                  </a:moveTo>
                  <a:cubicBezTo>
                    <a:pt x="192" y="1"/>
                    <a:pt x="0" y="156"/>
                    <a:pt x="0" y="390"/>
                  </a:cubicBezTo>
                  <a:cubicBezTo>
                    <a:pt x="0" y="623"/>
                    <a:pt x="192" y="778"/>
                    <a:pt x="391" y="778"/>
                  </a:cubicBezTo>
                  <a:cubicBezTo>
                    <a:pt x="486" y="778"/>
                    <a:pt x="583" y="743"/>
                    <a:pt x="662" y="664"/>
                  </a:cubicBezTo>
                  <a:cubicBezTo>
                    <a:pt x="814" y="512"/>
                    <a:pt x="814" y="267"/>
                    <a:pt x="662" y="115"/>
                  </a:cubicBezTo>
                  <a:cubicBezTo>
                    <a:pt x="583" y="36"/>
                    <a:pt x="486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70"/>
            <p:cNvSpPr/>
            <p:nvPr/>
          </p:nvSpPr>
          <p:spPr>
            <a:xfrm>
              <a:off x="1680225" y="535400"/>
              <a:ext cx="20400" cy="19450"/>
            </a:xfrm>
            <a:custGeom>
              <a:rect b="b" l="l" r="r" t="t"/>
              <a:pathLst>
                <a:path extrusionOk="0" h="778" w="816">
                  <a:moveTo>
                    <a:pt x="392" y="0"/>
                  </a:moveTo>
                  <a:cubicBezTo>
                    <a:pt x="192" y="0"/>
                    <a:pt x="0" y="155"/>
                    <a:pt x="0" y="389"/>
                  </a:cubicBezTo>
                  <a:cubicBezTo>
                    <a:pt x="0" y="623"/>
                    <a:pt x="192" y="778"/>
                    <a:pt x="392" y="778"/>
                  </a:cubicBezTo>
                  <a:cubicBezTo>
                    <a:pt x="487" y="778"/>
                    <a:pt x="584" y="742"/>
                    <a:pt x="663" y="663"/>
                  </a:cubicBezTo>
                  <a:cubicBezTo>
                    <a:pt x="815" y="512"/>
                    <a:pt x="815" y="266"/>
                    <a:pt x="663" y="114"/>
                  </a:cubicBezTo>
                  <a:cubicBezTo>
                    <a:pt x="584" y="35"/>
                    <a:pt x="487" y="0"/>
                    <a:pt x="3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70"/>
            <p:cNvSpPr/>
            <p:nvPr/>
          </p:nvSpPr>
          <p:spPr>
            <a:xfrm>
              <a:off x="1641425" y="418975"/>
              <a:ext cx="20375" cy="19450"/>
            </a:xfrm>
            <a:custGeom>
              <a:rect b="b" l="l" r="r" t="t"/>
              <a:pathLst>
                <a:path extrusionOk="0" h="778" w="815">
                  <a:moveTo>
                    <a:pt x="391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2" y="778"/>
                    <a:pt x="391" y="778"/>
                  </a:cubicBezTo>
                  <a:cubicBezTo>
                    <a:pt x="487" y="778"/>
                    <a:pt x="584" y="742"/>
                    <a:pt x="663" y="663"/>
                  </a:cubicBezTo>
                  <a:cubicBezTo>
                    <a:pt x="814" y="512"/>
                    <a:pt x="814" y="266"/>
                    <a:pt x="663" y="114"/>
                  </a:cubicBezTo>
                  <a:cubicBezTo>
                    <a:pt x="584" y="35"/>
                    <a:pt x="487" y="0"/>
                    <a:pt x="3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70"/>
            <p:cNvSpPr/>
            <p:nvPr/>
          </p:nvSpPr>
          <p:spPr>
            <a:xfrm>
              <a:off x="1641425" y="496600"/>
              <a:ext cx="20375" cy="19450"/>
            </a:xfrm>
            <a:custGeom>
              <a:rect b="b" l="l" r="r" t="t"/>
              <a:pathLst>
                <a:path extrusionOk="0" h="778" w="815">
                  <a:moveTo>
                    <a:pt x="391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1" y="777"/>
                    <a:pt x="391" y="777"/>
                  </a:cubicBezTo>
                  <a:cubicBezTo>
                    <a:pt x="486" y="777"/>
                    <a:pt x="583" y="742"/>
                    <a:pt x="663" y="663"/>
                  </a:cubicBezTo>
                  <a:cubicBezTo>
                    <a:pt x="814" y="512"/>
                    <a:pt x="814" y="265"/>
                    <a:pt x="663" y="115"/>
                  </a:cubicBezTo>
                  <a:cubicBezTo>
                    <a:pt x="584" y="36"/>
                    <a:pt x="486" y="0"/>
                    <a:pt x="3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70"/>
            <p:cNvSpPr/>
            <p:nvPr/>
          </p:nvSpPr>
          <p:spPr>
            <a:xfrm>
              <a:off x="1641425" y="574200"/>
              <a:ext cx="20375" cy="19475"/>
            </a:xfrm>
            <a:custGeom>
              <a:rect b="b" l="l" r="r" t="t"/>
              <a:pathLst>
                <a:path extrusionOk="0" h="779" w="815">
                  <a:moveTo>
                    <a:pt x="391" y="1"/>
                  </a:moveTo>
                  <a:cubicBezTo>
                    <a:pt x="192" y="1"/>
                    <a:pt x="1" y="156"/>
                    <a:pt x="1" y="390"/>
                  </a:cubicBezTo>
                  <a:cubicBezTo>
                    <a:pt x="1" y="623"/>
                    <a:pt x="192" y="778"/>
                    <a:pt x="391" y="778"/>
                  </a:cubicBezTo>
                  <a:cubicBezTo>
                    <a:pt x="487" y="778"/>
                    <a:pt x="584" y="743"/>
                    <a:pt x="663" y="664"/>
                  </a:cubicBezTo>
                  <a:cubicBezTo>
                    <a:pt x="814" y="512"/>
                    <a:pt x="814" y="267"/>
                    <a:pt x="663" y="115"/>
                  </a:cubicBezTo>
                  <a:cubicBezTo>
                    <a:pt x="584" y="36"/>
                    <a:pt x="487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70"/>
            <p:cNvSpPr/>
            <p:nvPr/>
          </p:nvSpPr>
          <p:spPr>
            <a:xfrm>
              <a:off x="1602600" y="457775"/>
              <a:ext cx="20375" cy="19475"/>
            </a:xfrm>
            <a:custGeom>
              <a:rect b="b" l="l" r="r" t="t"/>
              <a:pathLst>
                <a:path extrusionOk="0" h="779" w="815">
                  <a:moveTo>
                    <a:pt x="392" y="1"/>
                  </a:moveTo>
                  <a:cubicBezTo>
                    <a:pt x="192" y="1"/>
                    <a:pt x="1" y="156"/>
                    <a:pt x="1" y="390"/>
                  </a:cubicBezTo>
                  <a:cubicBezTo>
                    <a:pt x="1" y="623"/>
                    <a:pt x="192" y="778"/>
                    <a:pt x="392" y="778"/>
                  </a:cubicBezTo>
                  <a:cubicBezTo>
                    <a:pt x="487" y="778"/>
                    <a:pt x="584" y="743"/>
                    <a:pt x="663" y="664"/>
                  </a:cubicBezTo>
                  <a:cubicBezTo>
                    <a:pt x="815" y="512"/>
                    <a:pt x="815" y="267"/>
                    <a:pt x="663" y="115"/>
                  </a:cubicBezTo>
                  <a:cubicBezTo>
                    <a:pt x="584" y="36"/>
                    <a:pt x="487" y="1"/>
                    <a:pt x="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70"/>
            <p:cNvSpPr/>
            <p:nvPr/>
          </p:nvSpPr>
          <p:spPr>
            <a:xfrm>
              <a:off x="1602600" y="535400"/>
              <a:ext cx="20400" cy="19450"/>
            </a:xfrm>
            <a:custGeom>
              <a:rect b="b" l="l" r="r" t="t"/>
              <a:pathLst>
                <a:path extrusionOk="0" h="778" w="816">
                  <a:moveTo>
                    <a:pt x="392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2" y="778"/>
                    <a:pt x="392" y="778"/>
                  </a:cubicBezTo>
                  <a:cubicBezTo>
                    <a:pt x="487" y="778"/>
                    <a:pt x="584" y="742"/>
                    <a:pt x="663" y="663"/>
                  </a:cubicBezTo>
                  <a:cubicBezTo>
                    <a:pt x="816" y="512"/>
                    <a:pt x="816" y="266"/>
                    <a:pt x="663" y="114"/>
                  </a:cubicBezTo>
                  <a:cubicBezTo>
                    <a:pt x="584" y="35"/>
                    <a:pt x="487" y="0"/>
                    <a:pt x="3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70"/>
            <p:cNvSpPr/>
            <p:nvPr/>
          </p:nvSpPr>
          <p:spPr>
            <a:xfrm>
              <a:off x="1563800" y="496575"/>
              <a:ext cx="20400" cy="19475"/>
            </a:xfrm>
            <a:custGeom>
              <a:rect b="b" l="l" r="r" t="t"/>
              <a:pathLst>
                <a:path extrusionOk="0" h="779" w="816">
                  <a:moveTo>
                    <a:pt x="391" y="1"/>
                  </a:moveTo>
                  <a:cubicBezTo>
                    <a:pt x="192" y="1"/>
                    <a:pt x="0" y="156"/>
                    <a:pt x="0" y="390"/>
                  </a:cubicBezTo>
                  <a:cubicBezTo>
                    <a:pt x="0" y="624"/>
                    <a:pt x="192" y="779"/>
                    <a:pt x="391" y="779"/>
                  </a:cubicBezTo>
                  <a:cubicBezTo>
                    <a:pt x="487" y="779"/>
                    <a:pt x="584" y="743"/>
                    <a:pt x="663" y="664"/>
                  </a:cubicBezTo>
                  <a:cubicBezTo>
                    <a:pt x="815" y="513"/>
                    <a:pt x="815" y="266"/>
                    <a:pt x="663" y="116"/>
                  </a:cubicBezTo>
                  <a:cubicBezTo>
                    <a:pt x="584" y="36"/>
                    <a:pt x="487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70"/>
            <p:cNvSpPr/>
            <p:nvPr/>
          </p:nvSpPr>
          <p:spPr>
            <a:xfrm>
              <a:off x="1392275" y="257900"/>
              <a:ext cx="517725" cy="496850"/>
            </a:xfrm>
            <a:custGeom>
              <a:rect b="b" l="l" r="r" t="t"/>
              <a:pathLst>
                <a:path extrusionOk="0" h="19874" w="20709">
                  <a:moveTo>
                    <a:pt x="4688" y="777"/>
                  </a:moveTo>
                  <a:cubicBezTo>
                    <a:pt x="5582" y="777"/>
                    <a:pt x="6475" y="1118"/>
                    <a:pt x="7158" y="1801"/>
                  </a:cubicBezTo>
                  <a:lnTo>
                    <a:pt x="9807" y="4449"/>
                  </a:lnTo>
                  <a:lnTo>
                    <a:pt x="4867" y="9387"/>
                  </a:lnTo>
                  <a:lnTo>
                    <a:pt x="2219" y="6740"/>
                  </a:lnTo>
                  <a:cubicBezTo>
                    <a:pt x="857" y="5379"/>
                    <a:pt x="857" y="3163"/>
                    <a:pt x="2219" y="1801"/>
                  </a:cubicBezTo>
                  <a:cubicBezTo>
                    <a:pt x="2901" y="1118"/>
                    <a:pt x="3795" y="777"/>
                    <a:pt x="4688" y="777"/>
                  </a:cubicBezTo>
                  <a:close/>
                  <a:moveTo>
                    <a:pt x="16020" y="779"/>
                  </a:moveTo>
                  <a:cubicBezTo>
                    <a:pt x="16915" y="779"/>
                    <a:pt x="17809" y="1120"/>
                    <a:pt x="18490" y="1801"/>
                  </a:cubicBezTo>
                  <a:cubicBezTo>
                    <a:pt x="19855" y="3165"/>
                    <a:pt x="19855" y="5375"/>
                    <a:pt x="18490" y="6740"/>
                  </a:cubicBezTo>
                  <a:lnTo>
                    <a:pt x="15842" y="9388"/>
                  </a:lnTo>
                  <a:lnTo>
                    <a:pt x="10903" y="4449"/>
                  </a:lnTo>
                  <a:lnTo>
                    <a:pt x="13551" y="1801"/>
                  </a:lnTo>
                  <a:cubicBezTo>
                    <a:pt x="14232" y="1120"/>
                    <a:pt x="15126" y="779"/>
                    <a:pt x="16020" y="779"/>
                  </a:cubicBezTo>
                  <a:close/>
                  <a:moveTo>
                    <a:pt x="10354" y="4997"/>
                  </a:moveTo>
                  <a:lnTo>
                    <a:pt x="15294" y="9937"/>
                  </a:lnTo>
                  <a:lnTo>
                    <a:pt x="10354" y="14876"/>
                  </a:lnTo>
                  <a:lnTo>
                    <a:pt x="5416" y="9937"/>
                  </a:lnTo>
                  <a:lnTo>
                    <a:pt x="10354" y="4997"/>
                  </a:lnTo>
                  <a:close/>
                  <a:moveTo>
                    <a:pt x="4867" y="10485"/>
                  </a:moveTo>
                  <a:lnTo>
                    <a:pt x="9807" y="15425"/>
                  </a:lnTo>
                  <a:lnTo>
                    <a:pt x="7158" y="18073"/>
                  </a:lnTo>
                  <a:cubicBezTo>
                    <a:pt x="6477" y="18754"/>
                    <a:pt x="5583" y="19094"/>
                    <a:pt x="4688" y="19094"/>
                  </a:cubicBezTo>
                  <a:cubicBezTo>
                    <a:pt x="3794" y="19094"/>
                    <a:pt x="2899" y="18754"/>
                    <a:pt x="2219" y="18073"/>
                  </a:cubicBezTo>
                  <a:cubicBezTo>
                    <a:pt x="857" y="16710"/>
                    <a:pt x="857" y="14494"/>
                    <a:pt x="2219" y="13133"/>
                  </a:cubicBezTo>
                  <a:lnTo>
                    <a:pt x="4867" y="10485"/>
                  </a:lnTo>
                  <a:close/>
                  <a:moveTo>
                    <a:pt x="15842" y="10485"/>
                  </a:moveTo>
                  <a:lnTo>
                    <a:pt x="18490" y="13133"/>
                  </a:lnTo>
                  <a:cubicBezTo>
                    <a:pt x="19852" y="14494"/>
                    <a:pt x="19852" y="16710"/>
                    <a:pt x="18490" y="18073"/>
                  </a:cubicBezTo>
                  <a:cubicBezTo>
                    <a:pt x="17809" y="18754"/>
                    <a:pt x="16915" y="19094"/>
                    <a:pt x="16020" y="19094"/>
                  </a:cubicBezTo>
                  <a:cubicBezTo>
                    <a:pt x="15126" y="19094"/>
                    <a:pt x="14231" y="18754"/>
                    <a:pt x="13550" y="18073"/>
                  </a:cubicBezTo>
                  <a:lnTo>
                    <a:pt x="10902" y="15425"/>
                  </a:lnTo>
                  <a:lnTo>
                    <a:pt x="15842" y="10485"/>
                  </a:lnTo>
                  <a:close/>
                  <a:moveTo>
                    <a:pt x="4688" y="0"/>
                  </a:moveTo>
                  <a:cubicBezTo>
                    <a:pt x="3596" y="0"/>
                    <a:pt x="2503" y="417"/>
                    <a:pt x="1669" y="1252"/>
                  </a:cubicBezTo>
                  <a:cubicBezTo>
                    <a:pt x="0" y="2920"/>
                    <a:pt x="0" y="5620"/>
                    <a:pt x="1669" y="7289"/>
                  </a:cubicBezTo>
                  <a:lnTo>
                    <a:pt x="4318" y="9937"/>
                  </a:lnTo>
                  <a:lnTo>
                    <a:pt x="1669" y="12585"/>
                  </a:lnTo>
                  <a:cubicBezTo>
                    <a:pt x="1" y="14254"/>
                    <a:pt x="0" y="16954"/>
                    <a:pt x="1669" y="18622"/>
                  </a:cubicBezTo>
                  <a:cubicBezTo>
                    <a:pt x="2503" y="19456"/>
                    <a:pt x="3596" y="19873"/>
                    <a:pt x="4688" y="19873"/>
                  </a:cubicBezTo>
                  <a:cubicBezTo>
                    <a:pt x="5780" y="19873"/>
                    <a:pt x="6872" y="19456"/>
                    <a:pt x="7706" y="18622"/>
                  </a:cubicBezTo>
                  <a:lnTo>
                    <a:pt x="10354" y="15974"/>
                  </a:lnTo>
                  <a:lnTo>
                    <a:pt x="13002" y="18622"/>
                  </a:lnTo>
                  <a:cubicBezTo>
                    <a:pt x="13836" y="19456"/>
                    <a:pt x="14929" y="19873"/>
                    <a:pt x="16021" y="19873"/>
                  </a:cubicBezTo>
                  <a:cubicBezTo>
                    <a:pt x="17113" y="19873"/>
                    <a:pt x="18206" y="19456"/>
                    <a:pt x="19040" y="18622"/>
                  </a:cubicBezTo>
                  <a:cubicBezTo>
                    <a:pt x="20708" y="16954"/>
                    <a:pt x="20708" y="14254"/>
                    <a:pt x="19040" y="12585"/>
                  </a:cubicBezTo>
                  <a:lnTo>
                    <a:pt x="16392" y="9937"/>
                  </a:lnTo>
                  <a:lnTo>
                    <a:pt x="19040" y="7289"/>
                  </a:lnTo>
                  <a:cubicBezTo>
                    <a:pt x="20708" y="5621"/>
                    <a:pt x="20708" y="2920"/>
                    <a:pt x="19040" y="1252"/>
                  </a:cubicBezTo>
                  <a:cubicBezTo>
                    <a:pt x="18206" y="417"/>
                    <a:pt x="17113" y="0"/>
                    <a:pt x="16021" y="0"/>
                  </a:cubicBezTo>
                  <a:cubicBezTo>
                    <a:pt x="14929" y="0"/>
                    <a:pt x="13836" y="417"/>
                    <a:pt x="13002" y="1252"/>
                  </a:cubicBezTo>
                  <a:lnTo>
                    <a:pt x="10354" y="3900"/>
                  </a:lnTo>
                  <a:lnTo>
                    <a:pt x="7706" y="1252"/>
                  </a:lnTo>
                  <a:cubicBezTo>
                    <a:pt x="6872" y="417"/>
                    <a:pt x="5780" y="0"/>
                    <a:pt x="4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70"/>
            <p:cNvSpPr/>
            <p:nvPr/>
          </p:nvSpPr>
          <p:spPr>
            <a:xfrm>
              <a:off x="1777500" y="346925"/>
              <a:ext cx="85500" cy="114375"/>
            </a:xfrm>
            <a:custGeom>
              <a:rect b="b" l="l" r="r" t="t"/>
              <a:pathLst>
                <a:path extrusionOk="0" h="4575" w="3420">
                  <a:moveTo>
                    <a:pt x="2917" y="1"/>
                  </a:moveTo>
                  <a:cubicBezTo>
                    <a:pt x="2900" y="1"/>
                    <a:pt x="2883" y="2"/>
                    <a:pt x="2865" y="4"/>
                  </a:cubicBezTo>
                  <a:cubicBezTo>
                    <a:pt x="2650" y="33"/>
                    <a:pt x="2499" y="234"/>
                    <a:pt x="2533" y="448"/>
                  </a:cubicBezTo>
                  <a:cubicBezTo>
                    <a:pt x="2617" y="1049"/>
                    <a:pt x="2413" y="1654"/>
                    <a:pt x="1983" y="2082"/>
                  </a:cubicBezTo>
                  <a:lnTo>
                    <a:pt x="160" y="3906"/>
                  </a:lnTo>
                  <a:cubicBezTo>
                    <a:pt x="3" y="4057"/>
                    <a:pt x="1" y="4307"/>
                    <a:pt x="153" y="4460"/>
                  </a:cubicBezTo>
                  <a:cubicBezTo>
                    <a:pt x="230" y="4536"/>
                    <a:pt x="329" y="4574"/>
                    <a:pt x="429" y="4574"/>
                  </a:cubicBezTo>
                  <a:cubicBezTo>
                    <a:pt x="531" y="4574"/>
                    <a:pt x="632" y="4534"/>
                    <a:pt x="708" y="4455"/>
                  </a:cubicBezTo>
                  <a:lnTo>
                    <a:pt x="2533" y="2631"/>
                  </a:lnTo>
                  <a:cubicBezTo>
                    <a:pt x="3134" y="2032"/>
                    <a:pt x="3419" y="1185"/>
                    <a:pt x="3302" y="345"/>
                  </a:cubicBezTo>
                  <a:cubicBezTo>
                    <a:pt x="3279" y="147"/>
                    <a:pt x="3111" y="1"/>
                    <a:pt x="29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9" name="Google Shape;699;p70"/>
          <p:cNvSpPr/>
          <p:nvPr/>
        </p:nvSpPr>
        <p:spPr>
          <a:xfrm>
            <a:off x="3203026" y="2298384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0" name="Google Shape;700;p70"/>
          <p:cNvGrpSpPr/>
          <p:nvPr/>
        </p:nvGrpSpPr>
        <p:grpSpPr>
          <a:xfrm>
            <a:off x="3274182" y="2400545"/>
            <a:ext cx="487388" cy="425348"/>
            <a:chOff x="2355375" y="4416000"/>
            <a:chExt cx="511425" cy="446325"/>
          </a:xfrm>
        </p:grpSpPr>
        <p:sp>
          <p:nvSpPr>
            <p:cNvPr id="701" name="Google Shape;701;p70"/>
            <p:cNvSpPr/>
            <p:nvPr/>
          </p:nvSpPr>
          <p:spPr>
            <a:xfrm>
              <a:off x="2776075" y="4774975"/>
              <a:ext cx="22725" cy="19450"/>
            </a:xfrm>
            <a:custGeom>
              <a:rect b="b" l="l" r="r" t="t"/>
              <a:pathLst>
                <a:path extrusionOk="0" h="778" w="909">
                  <a:moveTo>
                    <a:pt x="521" y="0"/>
                  </a:moveTo>
                  <a:cubicBezTo>
                    <a:pt x="174" y="0"/>
                    <a:pt x="1" y="419"/>
                    <a:pt x="245" y="663"/>
                  </a:cubicBezTo>
                  <a:cubicBezTo>
                    <a:pt x="325" y="742"/>
                    <a:pt x="422" y="778"/>
                    <a:pt x="517" y="778"/>
                  </a:cubicBezTo>
                  <a:cubicBezTo>
                    <a:pt x="717" y="778"/>
                    <a:pt x="909" y="623"/>
                    <a:pt x="909" y="389"/>
                  </a:cubicBezTo>
                  <a:cubicBezTo>
                    <a:pt x="909" y="175"/>
                    <a:pt x="735" y="0"/>
                    <a:pt x="5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70"/>
            <p:cNvSpPr/>
            <p:nvPr/>
          </p:nvSpPr>
          <p:spPr>
            <a:xfrm>
              <a:off x="2355375" y="4416000"/>
              <a:ext cx="511425" cy="446325"/>
            </a:xfrm>
            <a:custGeom>
              <a:rect b="b" l="l" r="r" t="t"/>
              <a:pathLst>
                <a:path extrusionOk="0" h="17853" w="20457">
                  <a:moveTo>
                    <a:pt x="10230" y="777"/>
                  </a:moveTo>
                  <a:cubicBezTo>
                    <a:pt x="10231" y="777"/>
                    <a:pt x="10233" y="777"/>
                    <a:pt x="10234" y="777"/>
                  </a:cubicBezTo>
                  <a:cubicBezTo>
                    <a:pt x="11946" y="777"/>
                    <a:pt x="13338" y="2169"/>
                    <a:pt x="13338" y="3881"/>
                  </a:cubicBezTo>
                  <a:cubicBezTo>
                    <a:pt x="13338" y="5593"/>
                    <a:pt x="11946" y="6985"/>
                    <a:pt x="10234" y="6985"/>
                  </a:cubicBezTo>
                  <a:cubicBezTo>
                    <a:pt x="8519" y="6985"/>
                    <a:pt x="7130" y="5595"/>
                    <a:pt x="7130" y="3881"/>
                  </a:cubicBezTo>
                  <a:cubicBezTo>
                    <a:pt x="7127" y="2167"/>
                    <a:pt x="8516" y="777"/>
                    <a:pt x="10230" y="777"/>
                  </a:cubicBezTo>
                  <a:close/>
                  <a:moveTo>
                    <a:pt x="6396" y="4444"/>
                  </a:moveTo>
                  <a:cubicBezTo>
                    <a:pt x="6516" y="5270"/>
                    <a:pt x="6899" y="6033"/>
                    <a:pt x="7489" y="6623"/>
                  </a:cubicBezTo>
                  <a:lnTo>
                    <a:pt x="7365" y="6877"/>
                  </a:lnTo>
                  <a:cubicBezTo>
                    <a:pt x="6669" y="8301"/>
                    <a:pt x="6937" y="9543"/>
                    <a:pt x="6937" y="9606"/>
                  </a:cubicBezTo>
                  <a:cubicBezTo>
                    <a:pt x="7024" y="10206"/>
                    <a:pt x="7106" y="10849"/>
                    <a:pt x="7120" y="11480"/>
                  </a:cubicBezTo>
                  <a:cubicBezTo>
                    <a:pt x="7130" y="11954"/>
                    <a:pt x="7102" y="12366"/>
                    <a:pt x="7034" y="12739"/>
                  </a:cubicBezTo>
                  <a:cubicBezTo>
                    <a:pt x="6999" y="12948"/>
                    <a:pt x="7138" y="13146"/>
                    <a:pt x="7346" y="13184"/>
                  </a:cubicBezTo>
                  <a:cubicBezTo>
                    <a:pt x="7370" y="13188"/>
                    <a:pt x="7393" y="13191"/>
                    <a:pt x="7416" y="13191"/>
                  </a:cubicBezTo>
                  <a:cubicBezTo>
                    <a:pt x="7597" y="13191"/>
                    <a:pt x="7759" y="13064"/>
                    <a:pt x="7797" y="12880"/>
                  </a:cubicBezTo>
                  <a:cubicBezTo>
                    <a:pt x="7865" y="12508"/>
                    <a:pt x="7898" y="12107"/>
                    <a:pt x="7898" y="11660"/>
                  </a:cubicBezTo>
                  <a:cubicBezTo>
                    <a:pt x="8624" y="11144"/>
                    <a:pt x="9820" y="10867"/>
                    <a:pt x="10636" y="10867"/>
                  </a:cubicBezTo>
                  <a:cubicBezTo>
                    <a:pt x="11432" y="10867"/>
                    <a:pt x="12200" y="11127"/>
                    <a:pt x="12873" y="11577"/>
                  </a:cubicBezTo>
                  <a:cubicBezTo>
                    <a:pt x="12941" y="11626"/>
                    <a:pt x="13020" y="11650"/>
                    <a:pt x="13098" y="11650"/>
                  </a:cubicBezTo>
                  <a:cubicBezTo>
                    <a:pt x="13223" y="11650"/>
                    <a:pt x="13346" y="11589"/>
                    <a:pt x="13421" y="11478"/>
                  </a:cubicBezTo>
                  <a:cubicBezTo>
                    <a:pt x="13543" y="11296"/>
                    <a:pt x="13490" y="11048"/>
                    <a:pt x="13303" y="10932"/>
                  </a:cubicBezTo>
                  <a:cubicBezTo>
                    <a:pt x="13181" y="10850"/>
                    <a:pt x="13054" y="10773"/>
                    <a:pt x="12927" y="10702"/>
                  </a:cubicBezTo>
                  <a:cubicBezTo>
                    <a:pt x="13845" y="9256"/>
                    <a:pt x="15421" y="8536"/>
                    <a:pt x="16771" y="8536"/>
                  </a:cubicBezTo>
                  <a:cubicBezTo>
                    <a:pt x="17051" y="8536"/>
                    <a:pt x="17322" y="8567"/>
                    <a:pt x="17575" y="8630"/>
                  </a:cubicBezTo>
                  <a:cubicBezTo>
                    <a:pt x="18216" y="8787"/>
                    <a:pt x="19291" y="9288"/>
                    <a:pt x="19291" y="10870"/>
                  </a:cubicBezTo>
                  <a:cubicBezTo>
                    <a:pt x="19291" y="13206"/>
                    <a:pt x="19636" y="15405"/>
                    <a:pt x="17426" y="16145"/>
                  </a:cubicBezTo>
                  <a:cubicBezTo>
                    <a:pt x="15108" y="16918"/>
                    <a:pt x="13184" y="17077"/>
                    <a:pt x="11012" y="17077"/>
                  </a:cubicBezTo>
                  <a:cubicBezTo>
                    <a:pt x="7744" y="17077"/>
                    <a:pt x="4229" y="16183"/>
                    <a:pt x="1610" y="14686"/>
                  </a:cubicBezTo>
                  <a:cubicBezTo>
                    <a:pt x="1445" y="14593"/>
                    <a:pt x="1290" y="14330"/>
                    <a:pt x="1172" y="13947"/>
                  </a:cubicBezTo>
                  <a:cubicBezTo>
                    <a:pt x="825" y="12821"/>
                    <a:pt x="995" y="12345"/>
                    <a:pt x="1569" y="11274"/>
                  </a:cubicBezTo>
                  <a:cubicBezTo>
                    <a:pt x="2892" y="8809"/>
                    <a:pt x="4513" y="6515"/>
                    <a:pt x="6396" y="4444"/>
                  </a:cubicBezTo>
                  <a:close/>
                  <a:moveTo>
                    <a:pt x="10234" y="0"/>
                  </a:moveTo>
                  <a:cubicBezTo>
                    <a:pt x="8306" y="0"/>
                    <a:pt x="6680" y="1410"/>
                    <a:pt x="6398" y="3302"/>
                  </a:cubicBezTo>
                  <a:cubicBezTo>
                    <a:pt x="4225" y="5577"/>
                    <a:pt x="2372" y="8135"/>
                    <a:pt x="885" y="10907"/>
                  </a:cubicBezTo>
                  <a:cubicBezTo>
                    <a:pt x="239" y="12111"/>
                    <a:pt x="0" y="12785"/>
                    <a:pt x="429" y="14176"/>
                  </a:cubicBezTo>
                  <a:cubicBezTo>
                    <a:pt x="613" y="14772"/>
                    <a:pt x="873" y="15160"/>
                    <a:pt x="1225" y="15359"/>
                  </a:cubicBezTo>
                  <a:cubicBezTo>
                    <a:pt x="4115" y="17012"/>
                    <a:pt x="7771" y="17852"/>
                    <a:pt x="11012" y="17852"/>
                  </a:cubicBezTo>
                  <a:cubicBezTo>
                    <a:pt x="12957" y="17852"/>
                    <a:pt x="15111" y="17734"/>
                    <a:pt x="17672" y="16881"/>
                  </a:cubicBezTo>
                  <a:cubicBezTo>
                    <a:pt x="20457" y="15948"/>
                    <a:pt x="20066" y="13142"/>
                    <a:pt x="20066" y="10870"/>
                  </a:cubicBezTo>
                  <a:cubicBezTo>
                    <a:pt x="20066" y="9351"/>
                    <a:pt x="19204" y="8231"/>
                    <a:pt x="17759" y="7876"/>
                  </a:cubicBezTo>
                  <a:cubicBezTo>
                    <a:pt x="17440" y="7798"/>
                    <a:pt x="17106" y="7759"/>
                    <a:pt x="16765" y="7759"/>
                  </a:cubicBezTo>
                  <a:cubicBezTo>
                    <a:pt x="15086" y="7759"/>
                    <a:pt x="13245" y="8692"/>
                    <a:pt x="12217" y="10376"/>
                  </a:cubicBezTo>
                  <a:cubicBezTo>
                    <a:pt x="11710" y="10187"/>
                    <a:pt x="11174" y="10091"/>
                    <a:pt x="10635" y="10090"/>
                  </a:cubicBezTo>
                  <a:cubicBezTo>
                    <a:pt x="9834" y="10090"/>
                    <a:pt x="8726" y="10306"/>
                    <a:pt x="7857" y="10775"/>
                  </a:cubicBezTo>
                  <a:cubicBezTo>
                    <a:pt x="7815" y="10257"/>
                    <a:pt x="7752" y="9841"/>
                    <a:pt x="7703" y="9478"/>
                  </a:cubicBezTo>
                  <a:cubicBezTo>
                    <a:pt x="7510" y="8137"/>
                    <a:pt x="8084" y="7192"/>
                    <a:pt x="8106" y="7125"/>
                  </a:cubicBezTo>
                  <a:cubicBezTo>
                    <a:pt x="8738" y="7540"/>
                    <a:pt x="9478" y="7762"/>
                    <a:pt x="10234" y="7762"/>
                  </a:cubicBezTo>
                  <a:cubicBezTo>
                    <a:pt x="12374" y="7762"/>
                    <a:pt x="14115" y="6021"/>
                    <a:pt x="14115" y="3881"/>
                  </a:cubicBezTo>
                  <a:cubicBezTo>
                    <a:pt x="14115" y="1741"/>
                    <a:pt x="12374" y="0"/>
                    <a:pt x="102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70"/>
            <p:cNvSpPr/>
            <p:nvPr/>
          </p:nvSpPr>
          <p:spPr>
            <a:xfrm>
              <a:off x="2579375" y="4790675"/>
              <a:ext cx="185000" cy="32825"/>
            </a:xfrm>
            <a:custGeom>
              <a:rect b="b" l="l" r="r" t="t"/>
              <a:pathLst>
                <a:path extrusionOk="0" h="1313" w="7400">
                  <a:moveTo>
                    <a:pt x="6969" y="1"/>
                  </a:moveTo>
                  <a:cubicBezTo>
                    <a:pt x="6937" y="1"/>
                    <a:pt x="6904" y="5"/>
                    <a:pt x="6871" y="14"/>
                  </a:cubicBezTo>
                  <a:cubicBezTo>
                    <a:pt x="5116" y="473"/>
                    <a:pt x="3517" y="536"/>
                    <a:pt x="2050" y="536"/>
                  </a:cubicBezTo>
                  <a:cubicBezTo>
                    <a:pt x="1520" y="536"/>
                    <a:pt x="920" y="511"/>
                    <a:pt x="448" y="467"/>
                  </a:cubicBezTo>
                  <a:cubicBezTo>
                    <a:pt x="434" y="466"/>
                    <a:pt x="421" y="465"/>
                    <a:pt x="407" y="465"/>
                  </a:cubicBezTo>
                  <a:cubicBezTo>
                    <a:pt x="209" y="465"/>
                    <a:pt x="39" y="616"/>
                    <a:pt x="21" y="819"/>
                  </a:cubicBezTo>
                  <a:cubicBezTo>
                    <a:pt x="1" y="1034"/>
                    <a:pt x="162" y="1225"/>
                    <a:pt x="379" y="1241"/>
                  </a:cubicBezTo>
                  <a:cubicBezTo>
                    <a:pt x="872" y="1286"/>
                    <a:pt x="1497" y="1312"/>
                    <a:pt x="2050" y="1312"/>
                  </a:cubicBezTo>
                  <a:cubicBezTo>
                    <a:pt x="3496" y="1312"/>
                    <a:pt x="5222" y="1247"/>
                    <a:pt x="7067" y="765"/>
                  </a:cubicBezTo>
                  <a:cubicBezTo>
                    <a:pt x="7276" y="711"/>
                    <a:pt x="7400" y="499"/>
                    <a:pt x="7345" y="292"/>
                  </a:cubicBezTo>
                  <a:cubicBezTo>
                    <a:pt x="7300" y="117"/>
                    <a:pt x="7142" y="1"/>
                    <a:pt x="6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70"/>
            <p:cNvSpPr/>
            <p:nvPr/>
          </p:nvSpPr>
          <p:spPr>
            <a:xfrm>
              <a:off x="2552975" y="4454800"/>
              <a:ext cx="116500" cy="116450"/>
            </a:xfrm>
            <a:custGeom>
              <a:rect b="b" l="l" r="r" t="t"/>
              <a:pathLst>
                <a:path extrusionOk="0" h="4658" w="4660">
                  <a:moveTo>
                    <a:pt x="2330" y="776"/>
                  </a:moveTo>
                  <a:cubicBezTo>
                    <a:pt x="2530" y="776"/>
                    <a:pt x="2732" y="815"/>
                    <a:pt x="2924" y="894"/>
                  </a:cubicBezTo>
                  <a:cubicBezTo>
                    <a:pt x="3504" y="1135"/>
                    <a:pt x="3883" y="1701"/>
                    <a:pt x="3883" y="2329"/>
                  </a:cubicBezTo>
                  <a:cubicBezTo>
                    <a:pt x="3882" y="3186"/>
                    <a:pt x="3187" y="3879"/>
                    <a:pt x="2330" y="3881"/>
                  </a:cubicBezTo>
                  <a:cubicBezTo>
                    <a:pt x="1702" y="3881"/>
                    <a:pt x="1136" y="3503"/>
                    <a:pt x="895" y="2923"/>
                  </a:cubicBezTo>
                  <a:cubicBezTo>
                    <a:pt x="656" y="2342"/>
                    <a:pt x="788" y="1676"/>
                    <a:pt x="1232" y="1231"/>
                  </a:cubicBezTo>
                  <a:cubicBezTo>
                    <a:pt x="1530" y="934"/>
                    <a:pt x="1926" y="776"/>
                    <a:pt x="2330" y="776"/>
                  </a:cubicBezTo>
                  <a:close/>
                  <a:moveTo>
                    <a:pt x="2330" y="0"/>
                  </a:moveTo>
                  <a:cubicBezTo>
                    <a:pt x="1046" y="0"/>
                    <a:pt x="1" y="1045"/>
                    <a:pt x="1" y="2329"/>
                  </a:cubicBezTo>
                  <a:cubicBezTo>
                    <a:pt x="1" y="3612"/>
                    <a:pt x="1046" y="4657"/>
                    <a:pt x="2330" y="4657"/>
                  </a:cubicBezTo>
                  <a:cubicBezTo>
                    <a:pt x="3614" y="4657"/>
                    <a:pt x="4659" y="3613"/>
                    <a:pt x="4659" y="2329"/>
                  </a:cubicBezTo>
                  <a:cubicBezTo>
                    <a:pt x="4659" y="1045"/>
                    <a:pt x="3614" y="0"/>
                    <a:pt x="23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5" name="Google Shape;705;p70"/>
          <p:cNvSpPr txBox="1"/>
          <p:nvPr/>
        </p:nvSpPr>
        <p:spPr>
          <a:xfrm>
            <a:off x="2536425" y="2957000"/>
            <a:ext cx="1962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</a:pP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Realocação das </a:t>
            </a: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funcionalidades</a:t>
            </a:r>
            <a:endParaRPr b="1" i="0" sz="14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6" name="Google Shape;706;p70"/>
          <p:cNvSpPr txBox="1"/>
          <p:nvPr/>
        </p:nvSpPr>
        <p:spPr>
          <a:xfrm>
            <a:off x="4752350" y="2928084"/>
            <a:ext cx="189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</a:pP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Adaptação das funcionalidades para a nova estrutura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71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Filipe Codogno – </a:t>
            </a:r>
            <a:r>
              <a:rPr lang="en"/>
              <a:t>Desenvolvedor / DBA</a:t>
            </a:r>
            <a:endParaRPr/>
          </a:p>
        </p:txBody>
      </p:sp>
      <p:sp>
        <p:nvSpPr>
          <p:cNvPr id="712" name="Google Shape;712;p71"/>
          <p:cNvSpPr txBox="1"/>
          <p:nvPr>
            <p:ph idx="2" type="title"/>
          </p:nvPr>
        </p:nvSpPr>
        <p:spPr>
          <a:xfrm>
            <a:off x="790650" y="2463075"/>
            <a:ext cx="181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ETAPAS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INICIAIS</a:t>
            </a:r>
            <a:endParaRPr/>
          </a:p>
        </p:txBody>
      </p:sp>
      <p:sp>
        <p:nvSpPr>
          <p:cNvPr id="713" name="Google Shape;713;p71"/>
          <p:cNvSpPr txBox="1"/>
          <p:nvPr>
            <p:ph idx="1" type="subTitle"/>
          </p:nvPr>
        </p:nvSpPr>
        <p:spPr>
          <a:xfrm>
            <a:off x="848400" y="319290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Estudo do framework CodeIgniter e suas funcionalidades.</a:t>
            </a:r>
            <a:endParaRPr/>
          </a:p>
        </p:txBody>
      </p:sp>
      <p:sp>
        <p:nvSpPr>
          <p:cNvPr id="714" name="Google Shape;714;p71"/>
          <p:cNvSpPr txBox="1"/>
          <p:nvPr>
            <p:ph idx="3" type="title"/>
          </p:nvPr>
        </p:nvSpPr>
        <p:spPr>
          <a:xfrm>
            <a:off x="2712613" y="2463088"/>
            <a:ext cx="19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ETAPAS INTERMEDIÁRIAS</a:t>
            </a:r>
            <a:endParaRPr/>
          </a:p>
        </p:txBody>
      </p:sp>
      <p:sp>
        <p:nvSpPr>
          <p:cNvPr id="715" name="Google Shape;715;p71"/>
          <p:cNvSpPr txBox="1"/>
          <p:nvPr>
            <p:ph idx="4" type="subTitle"/>
          </p:nvPr>
        </p:nvSpPr>
        <p:spPr>
          <a:xfrm>
            <a:off x="2765499" y="31929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Realocação das views, models e controllers do Sprint de Desenvolvimento 01 para o modelo do framework.</a:t>
            </a:r>
            <a:endParaRPr/>
          </a:p>
        </p:txBody>
      </p:sp>
      <p:sp>
        <p:nvSpPr>
          <p:cNvPr id="716" name="Google Shape;716;p71"/>
          <p:cNvSpPr txBox="1"/>
          <p:nvPr>
            <p:ph idx="5" type="title"/>
          </p:nvPr>
        </p:nvSpPr>
        <p:spPr>
          <a:xfrm>
            <a:off x="4766723" y="2463075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ETAPAS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FINAIS</a:t>
            </a:r>
            <a:endParaRPr/>
          </a:p>
        </p:txBody>
      </p:sp>
      <p:sp>
        <p:nvSpPr>
          <p:cNvPr id="717" name="Google Shape;717;p71"/>
          <p:cNvSpPr txBox="1"/>
          <p:nvPr>
            <p:ph idx="6" type="subTitle"/>
          </p:nvPr>
        </p:nvSpPr>
        <p:spPr>
          <a:xfrm>
            <a:off x="4682598" y="319290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Adaptação do back-end para funcionar com o framework e adição de algumas funcionalidades restantes.</a:t>
            </a:r>
            <a:endParaRPr/>
          </a:p>
        </p:txBody>
      </p:sp>
      <p:sp>
        <p:nvSpPr>
          <p:cNvPr id="718" name="Google Shape;718;p71"/>
          <p:cNvSpPr txBox="1"/>
          <p:nvPr>
            <p:ph idx="7" type="title"/>
          </p:nvPr>
        </p:nvSpPr>
        <p:spPr>
          <a:xfrm>
            <a:off x="6599722" y="25284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</p:txBody>
      </p:sp>
      <p:sp>
        <p:nvSpPr>
          <p:cNvPr id="719" name="Google Shape;719;p71"/>
          <p:cNvSpPr txBox="1"/>
          <p:nvPr>
            <p:ph idx="8" type="subTitle"/>
          </p:nvPr>
        </p:nvSpPr>
        <p:spPr>
          <a:xfrm>
            <a:off x="6599697" y="31929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Framework novo: CodeIgniter.</a:t>
            </a:r>
            <a:endParaRPr/>
          </a:p>
        </p:txBody>
      </p:sp>
      <p:sp>
        <p:nvSpPr>
          <p:cNvPr id="720" name="Google Shape;720;p71"/>
          <p:cNvSpPr/>
          <p:nvPr/>
        </p:nvSpPr>
        <p:spPr>
          <a:xfrm>
            <a:off x="3327400" y="1676238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71"/>
          <p:cNvSpPr/>
          <p:nvPr/>
        </p:nvSpPr>
        <p:spPr>
          <a:xfrm>
            <a:off x="5283988" y="167625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71"/>
          <p:cNvSpPr/>
          <p:nvPr/>
        </p:nvSpPr>
        <p:spPr>
          <a:xfrm>
            <a:off x="7132763" y="17415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3" name="Google Shape;723;p71"/>
          <p:cNvGrpSpPr/>
          <p:nvPr/>
        </p:nvGrpSpPr>
        <p:grpSpPr>
          <a:xfrm>
            <a:off x="5415151" y="1793623"/>
            <a:ext cx="399028" cy="354919"/>
            <a:chOff x="854261" y="2908813"/>
            <a:chExt cx="377474" cy="335748"/>
          </a:xfrm>
        </p:grpSpPr>
        <p:sp>
          <p:nvSpPr>
            <p:cNvPr id="724" name="Google Shape;724;p71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71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1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1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71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9" name="Google Shape;729;p71"/>
          <p:cNvSpPr/>
          <p:nvPr/>
        </p:nvSpPr>
        <p:spPr>
          <a:xfrm>
            <a:off x="1381500" y="1676239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0" name="Google Shape;730;p71"/>
          <p:cNvCxnSpPr/>
          <p:nvPr/>
        </p:nvCxnSpPr>
        <p:spPr>
          <a:xfrm>
            <a:off x="916600" y="962050"/>
            <a:ext cx="5461898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1" name="Google Shape;731;p71"/>
          <p:cNvSpPr/>
          <p:nvPr/>
        </p:nvSpPr>
        <p:spPr>
          <a:xfrm>
            <a:off x="1654731" y="1801307"/>
            <a:ext cx="83230" cy="379536"/>
          </a:xfrm>
          <a:custGeom>
            <a:rect b="b" l="l" r="r" t="t"/>
            <a:pathLst>
              <a:path extrusionOk="0" h="11952" w="2621">
                <a:moveTo>
                  <a:pt x="1310" y="572"/>
                </a:moveTo>
                <a:cubicBezTo>
                  <a:pt x="1537" y="976"/>
                  <a:pt x="1560" y="1060"/>
                  <a:pt x="1560" y="1060"/>
                </a:cubicBezTo>
                <a:lnTo>
                  <a:pt x="1560" y="1072"/>
                </a:lnTo>
                <a:cubicBezTo>
                  <a:pt x="1489" y="1119"/>
                  <a:pt x="1382" y="1131"/>
                  <a:pt x="1298" y="1131"/>
                </a:cubicBezTo>
                <a:cubicBezTo>
                  <a:pt x="1203" y="1131"/>
                  <a:pt x="1120" y="1095"/>
                  <a:pt x="1025" y="1072"/>
                </a:cubicBezTo>
                <a:lnTo>
                  <a:pt x="1310" y="572"/>
                </a:lnTo>
                <a:close/>
                <a:moveTo>
                  <a:pt x="1739" y="1369"/>
                </a:moveTo>
                <a:lnTo>
                  <a:pt x="2156" y="2155"/>
                </a:lnTo>
                <a:lnTo>
                  <a:pt x="465" y="2155"/>
                </a:lnTo>
                <a:lnTo>
                  <a:pt x="882" y="1369"/>
                </a:lnTo>
                <a:cubicBezTo>
                  <a:pt x="1013" y="1441"/>
                  <a:pt x="1156" y="1476"/>
                  <a:pt x="1310" y="1476"/>
                </a:cubicBezTo>
                <a:cubicBezTo>
                  <a:pt x="1453" y="1476"/>
                  <a:pt x="1608" y="1441"/>
                  <a:pt x="1739" y="1369"/>
                </a:cubicBezTo>
                <a:close/>
                <a:moveTo>
                  <a:pt x="2263" y="9763"/>
                </a:moveTo>
                <a:lnTo>
                  <a:pt x="2263" y="10454"/>
                </a:lnTo>
                <a:lnTo>
                  <a:pt x="358" y="10454"/>
                </a:lnTo>
                <a:lnTo>
                  <a:pt x="358" y="9763"/>
                </a:lnTo>
                <a:close/>
                <a:moveTo>
                  <a:pt x="1310" y="0"/>
                </a:moveTo>
                <a:cubicBezTo>
                  <a:pt x="1251" y="0"/>
                  <a:pt x="1191" y="36"/>
                  <a:pt x="1144" y="95"/>
                </a:cubicBezTo>
                <a:lnTo>
                  <a:pt x="656" y="1024"/>
                </a:lnTo>
                <a:lnTo>
                  <a:pt x="132" y="2012"/>
                </a:lnTo>
                <a:cubicBezTo>
                  <a:pt x="48" y="2179"/>
                  <a:pt x="1" y="2357"/>
                  <a:pt x="1" y="2548"/>
                </a:cubicBezTo>
                <a:lnTo>
                  <a:pt x="1" y="5727"/>
                </a:lnTo>
                <a:cubicBezTo>
                  <a:pt x="1" y="5834"/>
                  <a:pt x="72" y="5906"/>
                  <a:pt x="179" y="5906"/>
                </a:cubicBezTo>
                <a:cubicBezTo>
                  <a:pt x="286" y="5906"/>
                  <a:pt x="358" y="5834"/>
                  <a:pt x="358" y="5727"/>
                </a:cubicBezTo>
                <a:lnTo>
                  <a:pt x="358" y="2512"/>
                </a:lnTo>
                <a:lnTo>
                  <a:pt x="1132" y="2512"/>
                </a:lnTo>
                <a:lnTo>
                  <a:pt x="1132" y="9406"/>
                </a:lnTo>
                <a:lnTo>
                  <a:pt x="1132" y="9418"/>
                </a:lnTo>
                <a:lnTo>
                  <a:pt x="358" y="9418"/>
                </a:lnTo>
                <a:lnTo>
                  <a:pt x="358" y="6465"/>
                </a:lnTo>
                <a:cubicBezTo>
                  <a:pt x="358" y="6358"/>
                  <a:pt x="286" y="6287"/>
                  <a:pt x="179" y="6287"/>
                </a:cubicBezTo>
                <a:cubicBezTo>
                  <a:pt x="72" y="6287"/>
                  <a:pt x="1" y="6358"/>
                  <a:pt x="1" y="6465"/>
                </a:cubicBezTo>
                <a:lnTo>
                  <a:pt x="1" y="10644"/>
                </a:lnTo>
                <a:cubicBezTo>
                  <a:pt x="1" y="10882"/>
                  <a:pt x="60" y="11120"/>
                  <a:pt x="191" y="11311"/>
                </a:cubicBezTo>
                <a:cubicBezTo>
                  <a:pt x="227" y="11370"/>
                  <a:pt x="286" y="11406"/>
                  <a:pt x="346" y="11406"/>
                </a:cubicBezTo>
                <a:cubicBezTo>
                  <a:pt x="477" y="11406"/>
                  <a:pt x="560" y="11251"/>
                  <a:pt x="489" y="11132"/>
                </a:cubicBezTo>
                <a:cubicBezTo>
                  <a:pt x="429" y="11025"/>
                  <a:pt x="382" y="10930"/>
                  <a:pt x="370" y="10823"/>
                </a:cubicBezTo>
                <a:lnTo>
                  <a:pt x="2227" y="10823"/>
                </a:lnTo>
                <a:cubicBezTo>
                  <a:pt x="2144" y="11251"/>
                  <a:pt x="1775" y="11597"/>
                  <a:pt x="1310" y="11597"/>
                </a:cubicBezTo>
                <a:cubicBezTo>
                  <a:pt x="1179" y="11597"/>
                  <a:pt x="1037" y="11561"/>
                  <a:pt x="917" y="11525"/>
                </a:cubicBezTo>
                <a:cubicBezTo>
                  <a:pt x="895" y="11512"/>
                  <a:pt x="870" y="11506"/>
                  <a:pt x="845" y="11506"/>
                </a:cubicBezTo>
                <a:cubicBezTo>
                  <a:pt x="780" y="11506"/>
                  <a:pt x="714" y="11548"/>
                  <a:pt x="679" y="11609"/>
                </a:cubicBezTo>
                <a:cubicBezTo>
                  <a:pt x="644" y="11704"/>
                  <a:pt x="679" y="11799"/>
                  <a:pt x="775" y="11847"/>
                </a:cubicBezTo>
                <a:cubicBezTo>
                  <a:pt x="941" y="11918"/>
                  <a:pt x="1111" y="11951"/>
                  <a:pt x="1277" y="11951"/>
                </a:cubicBezTo>
                <a:cubicBezTo>
                  <a:pt x="1966" y="11951"/>
                  <a:pt x="2584" y="11383"/>
                  <a:pt x="2584" y="10644"/>
                </a:cubicBezTo>
                <a:cubicBezTo>
                  <a:pt x="2620" y="10608"/>
                  <a:pt x="2620" y="9596"/>
                  <a:pt x="2620" y="9585"/>
                </a:cubicBezTo>
                <a:lnTo>
                  <a:pt x="2620" y="8049"/>
                </a:lnTo>
                <a:cubicBezTo>
                  <a:pt x="2620" y="7953"/>
                  <a:pt x="2549" y="7870"/>
                  <a:pt x="2441" y="7870"/>
                </a:cubicBezTo>
                <a:cubicBezTo>
                  <a:pt x="2334" y="7870"/>
                  <a:pt x="2263" y="7953"/>
                  <a:pt x="2263" y="8049"/>
                </a:cubicBezTo>
                <a:lnTo>
                  <a:pt x="2263" y="9406"/>
                </a:lnTo>
                <a:lnTo>
                  <a:pt x="1489" y="9406"/>
                </a:lnTo>
                <a:lnTo>
                  <a:pt x="1489" y="9394"/>
                </a:lnTo>
                <a:lnTo>
                  <a:pt x="1489" y="2500"/>
                </a:lnTo>
                <a:lnTo>
                  <a:pt x="2263" y="2500"/>
                </a:lnTo>
                <a:lnTo>
                  <a:pt x="2263" y="2548"/>
                </a:lnTo>
                <a:lnTo>
                  <a:pt x="2263" y="7334"/>
                </a:lnTo>
                <a:cubicBezTo>
                  <a:pt x="2263" y="7441"/>
                  <a:pt x="2334" y="7513"/>
                  <a:pt x="2441" y="7513"/>
                </a:cubicBezTo>
                <a:cubicBezTo>
                  <a:pt x="2549" y="7513"/>
                  <a:pt x="2620" y="7441"/>
                  <a:pt x="2620" y="7334"/>
                </a:cubicBezTo>
                <a:lnTo>
                  <a:pt x="2620" y="2548"/>
                </a:lnTo>
                <a:cubicBezTo>
                  <a:pt x="2620" y="2369"/>
                  <a:pt x="2572" y="2191"/>
                  <a:pt x="2489" y="2012"/>
                </a:cubicBezTo>
                <a:lnTo>
                  <a:pt x="1477" y="95"/>
                </a:lnTo>
                <a:cubicBezTo>
                  <a:pt x="1441" y="36"/>
                  <a:pt x="1382" y="0"/>
                  <a:pt x="13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2" name="Google Shape;732;p71"/>
          <p:cNvGrpSpPr/>
          <p:nvPr/>
        </p:nvGrpSpPr>
        <p:grpSpPr>
          <a:xfrm>
            <a:off x="7259952" y="1878939"/>
            <a:ext cx="375386" cy="354918"/>
            <a:chOff x="2355375" y="4416000"/>
            <a:chExt cx="511425" cy="446325"/>
          </a:xfrm>
        </p:grpSpPr>
        <p:sp>
          <p:nvSpPr>
            <p:cNvPr id="733" name="Google Shape;733;p71"/>
            <p:cNvSpPr/>
            <p:nvPr/>
          </p:nvSpPr>
          <p:spPr>
            <a:xfrm>
              <a:off x="2776075" y="4774975"/>
              <a:ext cx="22725" cy="19450"/>
            </a:xfrm>
            <a:custGeom>
              <a:rect b="b" l="l" r="r" t="t"/>
              <a:pathLst>
                <a:path extrusionOk="0" h="778" w="909">
                  <a:moveTo>
                    <a:pt x="521" y="0"/>
                  </a:moveTo>
                  <a:cubicBezTo>
                    <a:pt x="174" y="0"/>
                    <a:pt x="1" y="419"/>
                    <a:pt x="245" y="663"/>
                  </a:cubicBezTo>
                  <a:cubicBezTo>
                    <a:pt x="325" y="742"/>
                    <a:pt x="422" y="778"/>
                    <a:pt x="517" y="778"/>
                  </a:cubicBezTo>
                  <a:cubicBezTo>
                    <a:pt x="717" y="778"/>
                    <a:pt x="909" y="623"/>
                    <a:pt x="909" y="389"/>
                  </a:cubicBezTo>
                  <a:cubicBezTo>
                    <a:pt x="909" y="175"/>
                    <a:pt x="735" y="0"/>
                    <a:pt x="5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71"/>
            <p:cNvSpPr/>
            <p:nvPr/>
          </p:nvSpPr>
          <p:spPr>
            <a:xfrm>
              <a:off x="2355375" y="4416000"/>
              <a:ext cx="511425" cy="446325"/>
            </a:xfrm>
            <a:custGeom>
              <a:rect b="b" l="l" r="r" t="t"/>
              <a:pathLst>
                <a:path extrusionOk="0" h="17853" w="20457">
                  <a:moveTo>
                    <a:pt x="10230" y="777"/>
                  </a:moveTo>
                  <a:cubicBezTo>
                    <a:pt x="10231" y="777"/>
                    <a:pt x="10233" y="777"/>
                    <a:pt x="10234" y="777"/>
                  </a:cubicBezTo>
                  <a:cubicBezTo>
                    <a:pt x="11946" y="777"/>
                    <a:pt x="13338" y="2169"/>
                    <a:pt x="13338" y="3881"/>
                  </a:cubicBezTo>
                  <a:cubicBezTo>
                    <a:pt x="13338" y="5593"/>
                    <a:pt x="11946" y="6985"/>
                    <a:pt x="10234" y="6985"/>
                  </a:cubicBezTo>
                  <a:cubicBezTo>
                    <a:pt x="8519" y="6985"/>
                    <a:pt x="7130" y="5595"/>
                    <a:pt x="7130" y="3881"/>
                  </a:cubicBezTo>
                  <a:cubicBezTo>
                    <a:pt x="7127" y="2167"/>
                    <a:pt x="8516" y="777"/>
                    <a:pt x="10230" y="777"/>
                  </a:cubicBezTo>
                  <a:close/>
                  <a:moveTo>
                    <a:pt x="6396" y="4444"/>
                  </a:moveTo>
                  <a:cubicBezTo>
                    <a:pt x="6516" y="5270"/>
                    <a:pt x="6899" y="6033"/>
                    <a:pt x="7489" y="6623"/>
                  </a:cubicBezTo>
                  <a:lnTo>
                    <a:pt x="7365" y="6877"/>
                  </a:lnTo>
                  <a:cubicBezTo>
                    <a:pt x="6669" y="8301"/>
                    <a:pt x="6937" y="9543"/>
                    <a:pt x="6937" y="9606"/>
                  </a:cubicBezTo>
                  <a:cubicBezTo>
                    <a:pt x="7024" y="10206"/>
                    <a:pt x="7106" y="10849"/>
                    <a:pt x="7120" y="11480"/>
                  </a:cubicBezTo>
                  <a:cubicBezTo>
                    <a:pt x="7130" y="11954"/>
                    <a:pt x="7102" y="12366"/>
                    <a:pt x="7034" y="12739"/>
                  </a:cubicBezTo>
                  <a:cubicBezTo>
                    <a:pt x="6999" y="12948"/>
                    <a:pt x="7138" y="13146"/>
                    <a:pt x="7346" y="13184"/>
                  </a:cubicBezTo>
                  <a:cubicBezTo>
                    <a:pt x="7370" y="13188"/>
                    <a:pt x="7393" y="13191"/>
                    <a:pt x="7416" y="13191"/>
                  </a:cubicBezTo>
                  <a:cubicBezTo>
                    <a:pt x="7597" y="13191"/>
                    <a:pt x="7759" y="13064"/>
                    <a:pt x="7797" y="12880"/>
                  </a:cubicBezTo>
                  <a:cubicBezTo>
                    <a:pt x="7865" y="12508"/>
                    <a:pt x="7898" y="12107"/>
                    <a:pt x="7898" y="11660"/>
                  </a:cubicBezTo>
                  <a:cubicBezTo>
                    <a:pt x="8624" y="11144"/>
                    <a:pt x="9820" y="10867"/>
                    <a:pt x="10636" y="10867"/>
                  </a:cubicBezTo>
                  <a:cubicBezTo>
                    <a:pt x="11432" y="10867"/>
                    <a:pt x="12200" y="11127"/>
                    <a:pt x="12873" y="11577"/>
                  </a:cubicBezTo>
                  <a:cubicBezTo>
                    <a:pt x="12941" y="11626"/>
                    <a:pt x="13020" y="11650"/>
                    <a:pt x="13098" y="11650"/>
                  </a:cubicBezTo>
                  <a:cubicBezTo>
                    <a:pt x="13223" y="11650"/>
                    <a:pt x="13346" y="11589"/>
                    <a:pt x="13421" y="11478"/>
                  </a:cubicBezTo>
                  <a:cubicBezTo>
                    <a:pt x="13543" y="11296"/>
                    <a:pt x="13490" y="11048"/>
                    <a:pt x="13303" y="10932"/>
                  </a:cubicBezTo>
                  <a:cubicBezTo>
                    <a:pt x="13181" y="10850"/>
                    <a:pt x="13054" y="10773"/>
                    <a:pt x="12927" y="10702"/>
                  </a:cubicBezTo>
                  <a:cubicBezTo>
                    <a:pt x="13845" y="9256"/>
                    <a:pt x="15421" y="8536"/>
                    <a:pt x="16771" y="8536"/>
                  </a:cubicBezTo>
                  <a:cubicBezTo>
                    <a:pt x="17051" y="8536"/>
                    <a:pt x="17322" y="8567"/>
                    <a:pt x="17575" y="8630"/>
                  </a:cubicBezTo>
                  <a:cubicBezTo>
                    <a:pt x="18216" y="8787"/>
                    <a:pt x="19291" y="9288"/>
                    <a:pt x="19291" y="10870"/>
                  </a:cubicBezTo>
                  <a:cubicBezTo>
                    <a:pt x="19291" y="13206"/>
                    <a:pt x="19636" y="15405"/>
                    <a:pt x="17426" y="16145"/>
                  </a:cubicBezTo>
                  <a:cubicBezTo>
                    <a:pt x="15108" y="16918"/>
                    <a:pt x="13184" y="17077"/>
                    <a:pt x="11012" y="17077"/>
                  </a:cubicBezTo>
                  <a:cubicBezTo>
                    <a:pt x="7744" y="17077"/>
                    <a:pt x="4229" y="16183"/>
                    <a:pt x="1610" y="14686"/>
                  </a:cubicBezTo>
                  <a:cubicBezTo>
                    <a:pt x="1445" y="14593"/>
                    <a:pt x="1290" y="14330"/>
                    <a:pt x="1172" y="13947"/>
                  </a:cubicBezTo>
                  <a:cubicBezTo>
                    <a:pt x="825" y="12821"/>
                    <a:pt x="995" y="12345"/>
                    <a:pt x="1569" y="11274"/>
                  </a:cubicBezTo>
                  <a:cubicBezTo>
                    <a:pt x="2892" y="8809"/>
                    <a:pt x="4513" y="6515"/>
                    <a:pt x="6396" y="4444"/>
                  </a:cubicBezTo>
                  <a:close/>
                  <a:moveTo>
                    <a:pt x="10234" y="0"/>
                  </a:moveTo>
                  <a:cubicBezTo>
                    <a:pt x="8306" y="0"/>
                    <a:pt x="6680" y="1410"/>
                    <a:pt x="6398" y="3302"/>
                  </a:cubicBezTo>
                  <a:cubicBezTo>
                    <a:pt x="4225" y="5577"/>
                    <a:pt x="2372" y="8135"/>
                    <a:pt x="885" y="10907"/>
                  </a:cubicBezTo>
                  <a:cubicBezTo>
                    <a:pt x="239" y="12111"/>
                    <a:pt x="0" y="12785"/>
                    <a:pt x="429" y="14176"/>
                  </a:cubicBezTo>
                  <a:cubicBezTo>
                    <a:pt x="613" y="14772"/>
                    <a:pt x="873" y="15160"/>
                    <a:pt x="1225" y="15359"/>
                  </a:cubicBezTo>
                  <a:cubicBezTo>
                    <a:pt x="4115" y="17012"/>
                    <a:pt x="7771" y="17852"/>
                    <a:pt x="11012" y="17852"/>
                  </a:cubicBezTo>
                  <a:cubicBezTo>
                    <a:pt x="12957" y="17852"/>
                    <a:pt x="15111" y="17734"/>
                    <a:pt x="17672" y="16881"/>
                  </a:cubicBezTo>
                  <a:cubicBezTo>
                    <a:pt x="20457" y="15948"/>
                    <a:pt x="20066" y="13142"/>
                    <a:pt x="20066" y="10870"/>
                  </a:cubicBezTo>
                  <a:cubicBezTo>
                    <a:pt x="20066" y="9351"/>
                    <a:pt x="19204" y="8231"/>
                    <a:pt x="17759" y="7876"/>
                  </a:cubicBezTo>
                  <a:cubicBezTo>
                    <a:pt x="17440" y="7798"/>
                    <a:pt x="17106" y="7759"/>
                    <a:pt x="16765" y="7759"/>
                  </a:cubicBezTo>
                  <a:cubicBezTo>
                    <a:pt x="15086" y="7759"/>
                    <a:pt x="13245" y="8692"/>
                    <a:pt x="12217" y="10376"/>
                  </a:cubicBezTo>
                  <a:cubicBezTo>
                    <a:pt x="11710" y="10187"/>
                    <a:pt x="11174" y="10091"/>
                    <a:pt x="10635" y="10090"/>
                  </a:cubicBezTo>
                  <a:cubicBezTo>
                    <a:pt x="9834" y="10090"/>
                    <a:pt x="8726" y="10306"/>
                    <a:pt x="7857" y="10775"/>
                  </a:cubicBezTo>
                  <a:cubicBezTo>
                    <a:pt x="7815" y="10257"/>
                    <a:pt x="7752" y="9841"/>
                    <a:pt x="7703" y="9478"/>
                  </a:cubicBezTo>
                  <a:cubicBezTo>
                    <a:pt x="7510" y="8137"/>
                    <a:pt x="8084" y="7192"/>
                    <a:pt x="8106" y="7125"/>
                  </a:cubicBezTo>
                  <a:cubicBezTo>
                    <a:pt x="8738" y="7540"/>
                    <a:pt x="9478" y="7762"/>
                    <a:pt x="10234" y="7762"/>
                  </a:cubicBezTo>
                  <a:cubicBezTo>
                    <a:pt x="12374" y="7762"/>
                    <a:pt x="14115" y="6021"/>
                    <a:pt x="14115" y="3881"/>
                  </a:cubicBezTo>
                  <a:cubicBezTo>
                    <a:pt x="14115" y="1741"/>
                    <a:pt x="12374" y="0"/>
                    <a:pt x="102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71"/>
            <p:cNvSpPr/>
            <p:nvPr/>
          </p:nvSpPr>
          <p:spPr>
            <a:xfrm>
              <a:off x="2579375" y="4790675"/>
              <a:ext cx="185000" cy="32825"/>
            </a:xfrm>
            <a:custGeom>
              <a:rect b="b" l="l" r="r" t="t"/>
              <a:pathLst>
                <a:path extrusionOk="0" h="1313" w="7400">
                  <a:moveTo>
                    <a:pt x="6969" y="1"/>
                  </a:moveTo>
                  <a:cubicBezTo>
                    <a:pt x="6937" y="1"/>
                    <a:pt x="6904" y="5"/>
                    <a:pt x="6871" y="14"/>
                  </a:cubicBezTo>
                  <a:cubicBezTo>
                    <a:pt x="5116" y="473"/>
                    <a:pt x="3517" y="536"/>
                    <a:pt x="2050" y="536"/>
                  </a:cubicBezTo>
                  <a:cubicBezTo>
                    <a:pt x="1520" y="536"/>
                    <a:pt x="920" y="511"/>
                    <a:pt x="448" y="467"/>
                  </a:cubicBezTo>
                  <a:cubicBezTo>
                    <a:pt x="434" y="466"/>
                    <a:pt x="421" y="465"/>
                    <a:pt x="407" y="465"/>
                  </a:cubicBezTo>
                  <a:cubicBezTo>
                    <a:pt x="209" y="465"/>
                    <a:pt x="39" y="616"/>
                    <a:pt x="21" y="819"/>
                  </a:cubicBezTo>
                  <a:cubicBezTo>
                    <a:pt x="1" y="1034"/>
                    <a:pt x="162" y="1225"/>
                    <a:pt x="379" y="1241"/>
                  </a:cubicBezTo>
                  <a:cubicBezTo>
                    <a:pt x="872" y="1286"/>
                    <a:pt x="1497" y="1312"/>
                    <a:pt x="2050" y="1312"/>
                  </a:cubicBezTo>
                  <a:cubicBezTo>
                    <a:pt x="3496" y="1312"/>
                    <a:pt x="5222" y="1247"/>
                    <a:pt x="7067" y="765"/>
                  </a:cubicBezTo>
                  <a:cubicBezTo>
                    <a:pt x="7276" y="711"/>
                    <a:pt x="7400" y="499"/>
                    <a:pt x="7345" y="292"/>
                  </a:cubicBezTo>
                  <a:cubicBezTo>
                    <a:pt x="7300" y="117"/>
                    <a:pt x="7142" y="1"/>
                    <a:pt x="6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71"/>
            <p:cNvSpPr/>
            <p:nvPr/>
          </p:nvSpPr>
          <p:spPr>
            <a:xfrm>
              <a:off x="2552975" y="4454800"/>
              <a:ext cx="116500" cy="116450"/>
            </a:xfrm>
            <a:custGeom>
              <a:rect b="b" l="l" r="r" t="t"/>
              <a:pathLst>
                <a:path extrusionOk="0" h="4658" w="4660">
                  <a:moveTo>
                    <a:pt x="2330" y="776"/>
                  </a:moveTo>
                  <a:cubicBezTo>
                    <a:pt x="2530" y="776"/>
                    <a:pt x="2732" y="815"/>
                    <a:pt x="2924" y="894"/>
                  </a:cubicBezTo>
                  <a:cubicBezTo>
                    <a:pt x="3504" y="1135"/>
                    <a:pt x="3883" y="1701"/>
                    <a:pt x="3883" y="2329"/>
                  </a:cubicBezTo>
                  <a:cubicBezTo>
                    <a:pt x="3882" y="3186"/>
                    <a:pt x="3187" y="3879"/>
                    <a:pt x="2330" y="3881"/>
                  </a:cubicBezTo>
                  <a:cubicBezTo>
                    <a:pt x="1702" y="3881"/>
                    <a:pt x="1136" y="3503"/>
                    <a:pt x="895" y="2923"/>
                  </a:cubicBezTo>
                  <a:cubicBezTo>
                    <a:pt x="656" y="2342"/>
                    <a:pt x="788" y="1676"/>
                    <a:pt x="1232" y="1231"/>
                  </a:cubicBezTo>
                  <a:cubicBezTo>
                    <a:pt x="1530" y="934"/>
                    <a:pt x="1926" y="776"/>
                    <a:pt x="2330" y="776"/>
                  </a:cubicBezTo>
                  <a:close/>
                  <a:moveTo>
                    <a:pt x="2330" y="0"/>
                  </a:moveTo>
                  <a:cubicBezTo>
                    <a:pt x="1046" y="0"/>
                    <a:pt x="1" y="1045"/>
                    <a:pt x="1" y="2329"/>
                  </a:cubicBezTo>
                  <a:cubicBezTo>
                    <a:pt x="1" y="3612"/>
                    <a:pt x="1046" y="4657"/>
                    <a:pt x="2330" y="4657"/>
                  </a:cubicBezTo>
                  <a:cubicBezTo>
                    <a:pt x="3614" y="4657"/>
                    <a:pt x="4659" y="3613"/>
                    <a:pt x="4659" y="2329"/>
                  </a:cubicBezTo>
                  <a:cubicBezTo>
                    <a:pt x="4659" y="1045"/>
                    <a:pt x="3614" y="0"/>
                    <a:pt x="23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7" name="Google Shape;737;p71"/>
          <p:cNvGrpSpPr/>
          <p:nvPr/>
        </p:nvGrpSpPr>
        <p:grpSpPr>
          <a:xfrm>
            <a:off x="3459724" y="1864296"/>
            <a:ext cx="375385" cy="279804"/>
            <a:chOff x="7009649" y="1541981"/>
            <a:chExt cx="524940" cy="320655"/>
          </a:xfrm>
        </p:grpSpPr>
        <p:sp>
          <p:nvSpPr>
            <p:cNvPr id="738" name="Google Shape;738;p71"/>
            <p:cNvSpPr/>
            <p:nvPr/>
          </p:nvSpPr>
          <p:spPr>
            <a:xfrm>
              <a:off x="7009649" y="1541981"/>
              <a:ext cx="524940" cy="320655"/>
            </a:xfrm>
            <a:custGeom>
              <a:rect b="b" l="l" r="r" t="t"/>
              <a:pathLst>
                <a:path extrusionOk="0" h="10074" w="16492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71"/>
            <p:cNvSpPr/>
            <p:nvPr/>
          </p:nvSpPr>
          <p:spPr>
            <a:xfrm>
              <a:off x="7110104" y="1604909"/>
              <a:ext cx="61782" cy="41697"/>
            </a:xfrm>
            <a:custGeom>
              <a:rect b="b" l="l" r="r" t="t"/>
              <a:pathLst>
                <a:path extrusionOk="0" h="1310" w="1941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71"/>
            <p:cNvSpPr/>
            <p:nvPr/>
          </p:nvSpPr>
          <p:spPr>
            <a:xfrm>
              <a:off x="7110455" y="1655296"/>
              <a:ext cx="96700" cy="15183"/>
            </a:xfrm>
            <a:custGeom>
              <a:rect b="b" l="l" r="r" t="t"/>
              <a:pathLst>
                <a:path extrusionOk="0" h="477" w="3038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71"/>
            <p:cNvSpPr/>
            <p:nvPr/>
          </p:nvSpPr>
          <p:spPr>
            <a:xfrm>
              <a:off x="7146104" y="1676909"/>
              <a:ext cx="61050" cy="41729"/>
            </a:xfrm>
            <a:custGeom>
              <a:rect b="b" l="l" r="r" t="t"/>
              <a:pathLst>
                <a:path extrusionOk="0" h="1311" w="1918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71"/>
            <p:cNvSpPr/>
            <p:nvPr/>
          </p:nvSpPr>
          <p:spPr>
            <a:xfrm>
              <a:off x="7110455" y="1726563"/>
              <a:ext cx="96700" cy="15183"/>
            </a:xfrm>
            <a:custGeom>
              <a:rect b="b" l="l" r="r" t="t"/>
              <a:pathLst>
                <a:path extrusionOk="0" h="477" w="3038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71"/>
            <p:cNvSpPr/>
            <p:nvPr/>
          </p:nvSpPr>
          <p:spPr>
            <a:xfrm>
              <a:off x="7262825" y="1636739"/>
              <a:ext cx="48541" cy="80371"/>
            </a:xfrm>
            <a:custGeom>
              <a:rect b="b" l="l" r="r" t="t"/>
              <a:pathLst>
                <a:path extrusionOk="0" h="2525" w="1525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71"/>
            <p:cNvSpPr/>
            <p:nvPr/>
          </p:nvSpPr>
          <p:spPr>
            <a:xfrm>
              <a:off x="7380691" y="1636357"/>
              <a:ext cx="48891" cy="80371"/>
            </a:xfrm>
            <a:custGeom>
              <a:rect b="b" l="l" r="r" t="t"/>
              <a:pathLst>
                <a:path extrusionOk="0" h="2525" w="1536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71"/>
            <p:cNvSpPr/>
            <p:nvPr/>
          </p:nvSpPr>
          <p:spPr>
            <a:xfrm>
              <a:off x="7321933" y="1626744"/>
              <a:ext cx="48923" cy="99851"/>
            </a:xfrm>
            <a:custGeom>
              <a:rect b="b" l="l" r="r" t="t"/>
              <a:pathLst>
                <a:path extrusionOk="0" h="3137" w="1537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72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"/>
              <a:t>Luis Felipe – Scrum Master</a:t>
            </a:r>
            <a:endParaRPr/>
          </a:p>
        </p:txBody>
      </p:sp>
      <p:sp>
        <p:nvSpPr>
          <p:cNvPr id="751" name="Google Shape;751;p72"/>
          <p:cNvSpPr txBox="1"/>
          <p:nvPr>
            <p:ph idx="2" type="title"/>
          </p:nvPr>
        </p:nvSpPr>
        <p:spPr>
          <a:xfrm>
            <a:off x="790650" y="2463075"/>
            <a:ext cx="181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ETAPAS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INICIAIS</a:t>
            </a:r>
            <a:endParaRPr/>
          </a:p>
        </p:txBody>
      </p:sp>
      <p:sp>
        <p:nvSpPr>
          <p:cNvPr id="752" name="Google Shape;752;p72"/>
          <p:cNvSpPr txBox="1"/>
          <p:nvPr>
            <p:ph idx="1" type="subTitle"/>
          </p:nvPr>
        </p:nvSpPr>
        <p:spPr>
          <a:xfrm>
            <a:off x="848400" y="319290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Escolha da </a:t>
            </a:r>
            <a:r>
              <a:rPr lang="en"/>
              <a:t>framework </a:t>
            </a:r>
            <a:r>
              <a:rPr lang="en"/>
              <a:t>utilizada.</a:t>
            </a:r>
            <a:endParaRPr/>
          </a:p>
        </p:txBody>
      </p:sp>
      <p:sp>
        <p:nvSpPr>
          <p:cNvPr id="753" name="Google Shape;753;p72"/>
          <p:cNvSpPr txBox="1"/>
          <p:nvPr>
            <p:ph idx="3" type="title"/>
          </p:nvPr>
        </p:nvSpPr>
        <p:spPr>
          <a:xfrm>
            <a:off x="2712613" y="2463088"/>
            <a:ext cx="191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ETAPAS INTERMEDIÁRIAS</a:t>
            </a:r>
            <a:endParaRPr/>
          </a:p>
        </p:txBody>
      </p:sp>
      <p:sp>
        <p:nvSpPr>
          <p:cNvPr id="754" name="Google Shape;754;p72"/>
          <p:cNvSpPr txBox="1"/>
          <p:nvPr>
            <p:ph idx="4" type="subTitle"/>
          </p:nvPr>
        </p:nvSpPr>
        <p:spPr>
          <a:xfrm>
            <a:off x="2765499" y="31929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Refatoração do sprint 1 para a</a:t>
            </a:r>
            <a:r>
              <a:rPr lang="en"/>
              <a:t> framework.</a:t>
            </a:r>
            <a:endParaRPr/>
          </a:p>
        </p:txBody>
      </p:sp>
      <p:sp>
        <p:nvSpPr>
          <p:cNvPr id="755" name="Google Shape;755;p72"/>
          <p:cNvSpPr txBox="1"/>
          <p:nvPr>
            <p:ph idx="5" type="title"/>
          </p:nvPr>
        </p:nvSpPr>
        <p:spPr>
          <a:xfrm>
            <a:off x="4766723" y="2463075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ETAPAS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FINAIS</a:t>
            </a:r>
            <a:endParaRPr/>
          </a:p>
        </p:txBody>
      </p:sp>
      <p:sp>
        <p:nvSpPr>
          <p:cNvPr id="756" name="Google Shape;756;p72"/>
          <p:cNvSpPr txBox="1"/>
          <p:nvPr>
            <p:ph idx="6" type="subTitle"/>
          </p:nvPr>
        </p:nvSpPr>
        <p:spPr>
          <a:xfrm>
            <a:off x="4682598" y="319290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Adaptação do back-end para a framework.</a:t>
            </a:r>
            <a:endParaRPr/>
          </a:p>
        </p:txBody>
      </p:sp>
      <p:sp>
        <p:nvSpPr>
          <p:cNvPr id="757" name="Google Shape;757;p72"/>
          <p:cNvSpPr txBox="1"/>
          <p:nvPr>
            <p:ph idx="7" type="title"/>
          </p:nvPr>
        </p:nvSpPr>
        <p:spPr>
          <a:xfrm>
            <a:off x="6599722" y="25284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</p:txBody>
      </p:sp>
      <p:sp>
        <p:nvSpPr>
          <p:cNvPr id="758" name="Google Shape;758;p72"/>
          <p:cNvSpPr txBox="1"/>
          <p:nvPr>
            <p:ph idx="8" type="subTitle"/>
          </p:nvPr>
        </p:nvSpPr>
        <p:spPr>
          <a:xfrm>
            <a:off x="6599697" y="31929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Framework novo: CodeIgniter.</a:t>
            </a:r>
            <a:endParaRPr/>
          </a:p>
        </p:txBody>
      </p:sp>
      <p:sp>
        <p:nvSpPr>
          <p:cNvPr id="759" name="Google Shape;759;p72"/>
          <p:cNvSpPr/>
          <p:nvPr/>
        </p:nvSpPr>
        <p:spPr>
          <a:xfrm>
            <a:off x="3327400" y="1676238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72"/>
          <p:cNvSpPr/>
          <p:nvPr/>
        </p:nvSpPr>
        <p:spPr>
          <a:xfrm>
            <a:off x="5283988" y="167625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2"/>
          <p:cNvSpPr/>
          <p:nvPr/>
        </p:nvSpPr>
        <p:spPr>
          <a:xfrm>
            <a:off x="7132763" y="17415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2" name="Google Shape;762;p72"/>
          <p:cNvGrpSpPr/>
          <p:nvPr/>
        </p:nvGrpSpPr>
        <p:grpSpPr>
          <a:xfrm>
            <a:off x="5415151" y="1793623"/>
            <a:ext cx="399028" cy="354920"/>
            <a:chOff x="854261" y="2908813"/>
            <a:chExt cx="377474" cy="335748"/>
          </a:xfrm>
        </p:grpSpPr>
        <p:sp>
          <p:nvSpPr>
            <p:cNvPr id="763" name="Google Shape;763;p72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72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72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72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72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8" name="Google Shape;768;p72"/>
          <p:cNvSpPr/>
          <p:nvPr/>
        </p:nvSpPr>
        <p:spPr>
          <a:xfrm>
            <a:off x="1381500" y="1676239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9" name="Google Shape;769;p72"/>
          <p:cNvCxnSpPr/>
          <p:nvPr/>
        </p:nvCxnSpPr>
        <p:spPr>
          <a:xfrm>
            <a:off x="916600" y="962050"/>
            <a:ext cx="5461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0" name="Google Shape;770;p72"/>
          <p:cNvSpPr/>
          <p:nvPr/>
        </p:nvSpPr>
        <p:spPr>
          <a:xfrm>
            <a:off x="1654731" y="1801307"/>
            <a:ext cx="83230" cy="379536"/>
          </a:xfrm>
          <a:custGeom>
            <a:rect b="b" l="l" r="r" t="t"/>
            <a:pathLst>
              <a:path extrusionOk="0" h="11952" w="2621">
                <a:moveTo>
                  <a:pt x="1310" y="572"/>
                </a:moveTo>
                <a:cubicBezTo>
                  <a:pt x="1537" y="976"/>
                  <a:pt x="1560" y="1060"/>
                  <a:pt x="1560" y="1060"/>
                </a:cubicBezTo>
                <a:lnTo>
                  <a:pt x="1560" y="1072"/>
                </a:lnTo>
                <a:cubicBezTo>
                  <a:pt x="1489" y="1119"/>
                  <a:pt x="1382" y="1131"/>
                  <a:pt x="1298" y="1131"/>
                </a:cubicBezTo>
                <a:cubicBezTo>
                  <a:pt x="1203" y="1131"/>
                  <a:pt x="1120" y="1095"/>
                  <a:pt x="1025" y="1072"/>
                </a:cubicBezTo>
                <a:lnTo>
                  <a:pt x="1310" y="572"/>
                </a:lnTo>
                <a:close/>
                <a:moveTo>
                  <a:pt x="1739" y="1369"/>
                </a:moveTo>
                <a:lnTo>
                  <a:pt x="2156" y="2155"/>
                </a:lnTo>
                <a:lnTo>
                  <a:pt x="465" y="2155"/>
                </a:lnTo>
                <a:lnTo>
                  <a:pt x="882" y="1369"/>
                </a:lnTo>
                <a:cubicBezTo>
                  <a:pt x="1013" y="1441"/>
                  <a:pt x="1156" y="1476"/>
                  <a:pt x="1310" y="1476"/>
                </a:cubicBezTo>
                <a:cubicBezTo>
                  <a:pt x="1453" y="1476"/>
                  <a:pt x="1608" y="1441"/>
                  <a:pt x="1739" y="1369"/>
                </a:cubicBezTo>
                <a:close/>
                <a:moveTo>
                  <a:pt x="2263" y="9763"/>
                </a:moveTo>
                <a:lnTo>
                  <a:pt x="2263" y="10454"/>
                </a:lnTo>
                <a:lnTo>
                  <a:pt x="358" y="10454"/>
                </a:lnTo>
                <a:lnTo>
                  <a:pt x="358" y="9763"/>
                </a:lnTo>
                <a:close/>
                <a:moveTo>
                  <a:pt x="1310" y="0"/>
                </a:moveTo>
                <a:cubicBezTo>
                  <a:pt x="1251" y="0"/>
                  <a:pt x="1191" y="36"/>
                  <a:pt x="1144" y="95"/>
                </a:cubicBezTo>
                <a:lnTo>
                  <a:pt x="656" y="1024"/>
                </a:lnTo>
                <a:lnTo>
                  <a:pt x="132" y="2012"/>
                </a:lnTo>
                <a:cubicBezTo>
                  <a:pt x="48" y="2179"/>
                  <a:pt x="1" y="2357"/>
                  <a:pt x="1" y="2548"/>
                </a:cubicBezTo>
                <a:lnTo>
                  <a:pt x="1" y="5727"/>
                </a:lnTo>
                <a:cubicBezTo>
                  <a:pt x="1" y="5834"/>
                  <a:pt x="72" y="5906"/>
                  <a:pt x="179" y="5906"/>
                </a:cubicBezTo>
                <a:cubicBezTo>
                  <a:pt x="286" y="5906"/>
                  <a:pt x="358" y="5834"/>
                  <a:pt x="358" y="5727"/>
                </a:cubicBezTo>
                <a:lnTo>
                  <a:pt x="358" y="2512"/>
                </a:lnTo>
                <a:lnTo>
                  <a:pt x="1132" y="2512"/>
                </a:lnTo>
                <a:lnTo>
                  <a:pt x="1132" y="9406"/>
                </a:lnTo>
                <a:lnTo>
                  <a:pt x="1132" y="9418"/>
                </a:lnTo>
                <a:lnTo>
                  <a:pt x="358" y="9418"/>
                </a:lnTo>
                <a:lnTo>
                  <a:pt x="358" y="6465"/>
                </a:lnTo>
                <a:cubicBezTo>
                  <a:pt x="358" y="6358"/>
                  <a:pt x="286" y="6287"/>
                  <a:pt x="179" y="6287"/>
                </a:cubicBezTo>
                <a:cubicBezTo>
                  <a:pt x="72" y="6287"/>
                  <a:pt x="1" y="6358"/>
                  <a:pt x="1" y="6465"/>
                </a:cubicBezTo>
                <a:lnTo>
                  <a:pt x="1" y="10644"/>
                </a:lnTo>
                <a:cubicBezTo>
                  <a:pt x="1" y="10882"/>
                  <a:pt x="60" y="11120"/>
                  <a:pt x="191" y="11311"/>
                </a:cubicBezTo>
                <a:cubicBezTo>
                  <a:pt x="227" y="11370"/>
                  <a:pt x="286" y="11406"/>
                  <a:pt x="346" y="11406"/>
                </a:cubicBezTo>
                <a:cubicBezTo>
                  <a:pt x="477" y="11406"/>
                  <a:pt x="560" y="11251"/>
                  <a:pt x="489" y="11132"/>
                </a:cubicBezTo>
                <a:cubicBezTo>
                  <a:pt x="429" y="11025"/>
                  <a:pt x="382" y="10930"/>
                  <a:pt x="370" y="10823"/>
                </a:cubicBezTo>
                <a:lnTo>
                  <a:pt x="2227" y="10823"/>
                </a:lnTo>
                <a:cubicBezTo>
                  <a:pt x="2144" y="11251"/>
                  <a:pt x="1775" y="11597"/>
                  <a:pt x="1310" y="11597"/>
                </a:cubicBezTo>
                <a:cubicBezTo>
                  <a:pt x="1179" y="11597"/>
                  <a:pt x="1037" y="11561"/>
                  <a:pt x="917" y="11525"/>
                </a:cubicBezTo>
                <a:cubicBezTo>
                  <a:pt x="895" y="11512"/>
                  <a:pt x="870" y="11506"/>
                  <a:pt x="845" y="11506"/>
                </a:cubicBezTo>
                <a:cubicBezTo>
                  <a:pt x="780" y="11506"/>
                  <a:pt x="714" y="11548"/>
                  <a:pt x="679" y="11609"/>
                </a:cubicBezTo>
                <a:cubicBezTo>
                  <a:pt x="644" y="11704"/>
                  <a:pt x="679" y="11799"/>
                  <a:pt x="775" y="11847"/>
                </a:cubicBezTo>
                <a:cubicBezTo>
                  <a:pt x="941" y="11918"/>
                  <a:pt x="1111" y="11951"/>
                  <a:pt x="1277" y="11951"/>
                </a:cubicBezTo>
                <a:cubicBezTo>
                  <a:pt x="1966" y="11951"/>
                  <a:pt x="2584" y="11383"/>
                  <a:pt x="2584" y="10644"/>
                </a:cubicBezTo>
                <a:cubicBezTo>
                  <a:pt x="2620" y="10608"/>
                  <a:pt x="2620" y="9596"/>
                  <a:pt x="2620" y="9585"/>
                </a:cubicBezTo>
                <a:lnTo>
                  <a:pt x="2620" y="8049"/>
                </a:lnTo>
                <a:cubicBezTo>
                  <a:pt x="2620" y="7953"/>
                  <a:pt x="2549" y="7870"/>
                  <a:pt x="2441" y="7870"/>
                </a:cubicBezTo>
                <a:cubicBezTo>
                  <a:pt x="2334" y="7870"/>
                  <a:pt x="2263" y="7953"/>
                  <a:pt x="2263" y="8049"/>
                </a:cubicBezTo>
                <a:lnTo>
                  <a:pt x="2263" y="9406"/>
                </a:lnTo>
                <a:lnTo>
                  <a:pt x="1489" y="9406"/>
                </a:lnTo>
                <a:lnTo>
                  <a:pt x="1489" y="9394"/>
                </a:lnTo>
                <a:lnTo>
                  <a:pt x="1489" y="2500"/>
                </a:lnTo>
                <a:lnTo>
                  <a:pt x="2263" y="2500"/>
                </a:lnTo>
                <a:lnTo>
                  <a:pt x="2263" y="2548"/>
                </a:lnTo>
                <a:lnTo>
                  <a:pt x="2263" y="7334"/>
                </a:lnTo>
                <a:cubicBezTo>
                  <a:pt x="2263" y="7441"/>
                  <a:pt x="2334" y="7513"/>
                  <a:pt x="2441" y="7513"/>
                </a:cubicBezTo>
                <a:cubicBezTo>
                  <a:pt x="2549" y="7513"/>
                  <a:pt x="2620" y="7441"/>
                  <a:pt x="2620" y="7334"/>
                </a:cubicBezTo>
                <a:lnTo>
                  <a:pt x="2620" y="2548"/>
                </a:lnTo>
                <a:cubicBezTo>
                  <a:pt x="2620" y="2369"/>
                  <a:pt x="2572" y="2191"/>
                  <a:pt x="2489" y="2012"/>
                </a:cubicBezTo>
                <a:lnTo>
                  <a:pt x="1477" y="95"/>
                </a:lnTo>
                <a:cubicBezTo>
                  <a:pt x="1441" y="36"/>
                  <a:pt x="1382" y="0"/>
                  <a:pt x="13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1" name="Google Shape;771;p72"/>
          <p:cNvGrpSpPr/>
          <p:nvPr/>
        </p:nvGrpSpPr>
        <p:grpSpPr>
          <a:xfrm>
            <a:off x="7259952" y="1878939"/>
            <a:ext cx="375386" cy="354918"/>
            <a:chOff x="2355375" y="4416000"/>
            <a:chExt cx="511425" cy="446325"/>
          </a:xfrm>
        </p:grpSpPr>
        <p:sp>
          <p:nvSpPr>
            <p:cNvPr id="772" name="Google Shape;772;p72"/>
            <p:cNvSpPr/>
            <p:nvPr/>
          </p:nvSpPr>
          <p:spPr>
            <a:xfrm>
              <a:off x="2776075" y="4774975"/>
              <a:ext cx="22725" cy="19450"/>
            </a:xfrm>
            <a:custGeom>
              <a:rect b="b" l="l" r="r" t="t"/>
              <a:pathLst>
                <a:path extrusionOk="0" h="778" w="909">
                  <a:moveTo>
                    <a:pt x="521" y="0"/>
                  </a:moveTo>
                  <a:cubicBezTo>
                    <a:pt x="174" y="0"/>
                    <a:pt x="1" y="419"/>
                    <a:pt x="245" y="663"/>
                  </a:cubicBezTo>
                  <a:cubicBezTo>
                    <a:pt x="325" y="742"/>
                    <a:pt x="422" y="778"/>
                    <a:pt x="517" y="778"/>
                  </a:cubicBezTo>
                  <a:cubicBezTo>
                    <a:pt x="717" y="778"/>
                    <a:pt x="909" y="623"/>
                    <a:pt x="909" y="389"/>
                  </a:cubicBezTo>
                  <a:cubicBezTo>
                    <a:pt x="909" y="175"/>
                    <a:pt x="735" y="0"/>
                    <a:pt x="5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72"/>
            <p:cNvSpPr/>
            <p:nvPr/>
          </p:nvSpPr>
          <p:spPr>
            <a:xfrm>
              <a:off x="2355375" y="4416000"/>
              <a:ext cx="511425" cy="446325"/>
            </a:xfrm>
            <a:custGeom>
              <a:rect b="b" l="l" r="r" t="t"/>
              <a:pathLst>
                <a:path extrusionOk="0" h="17853" w="20457">
                  <a:moveTo>
                    <a:pt x="10230" y="777"/>
                  </a:moveTo>
                  <a:cubicBezTo>
                    <a:pt x="10231" y="777"/>
                    <a:pt x="10233" y="777"/>
                    <a:pt x="10234" y="777"/>
                  </a:cubicBezTo>
                  <a:cubicBezTo>
                    <a:pt x="11946" y="777"/>
                    <a:pt x="13338" y="2169"/>
                    <a:pt x="13338" y="3881"/>
                  </a:cubicBezTo>
                  <a:cubicBezTo>
                    <a:pt x="13338" y="5593"/>
                    <a:pt x="11946" y="6985"/>
                    <a:pt x="10234" y="6985"/>
                  </a:cubicBezTo>
                  <a:cubicBezTo>
                    <a:pt x="8519" y="6985"/>
                    <a:pt x="7130" y="5595"/>
                    <a:pt x="7130" y="3881"/>
                  </a:cubicBezTo>
                  <a:cubicBezTo>
                    <a:pt x="7127" y="2167"/>
                    <a:pt x="8516" y="777"/>
                    <a:pt x="10230" y="777"/>
                  </a:cubicBezTo>
                  <a:close/>
                  <a:moveTo>
                    <a:pt x="6396" y="4444"/>
                  </a:moveTo>
                  <a:cubicBezTo>
                    <a:pt x="6516" y="5270"/>
                    <a:pt x="6899" y="6033"/>
                    <a:pt x="7489" y="6623"/>
                  </a:cubicBezTo>
                  <a:lnTo>
                    <a:pt x="7365" y="6877"/>
                  </a:lnTo>
                  <a:cubicBezTo>
                    <a:pt x="6669" y="8301"/>
                    <a:pt x="6937" y="9543"/>
                    <a:pt x="6937" y="9606"/>
                  </a:cubicBezTo>
                  <a:cubicBezTo>
                    <a:pt x="7024" y="10206"/>
                    <a:pt x="7106" y="10849"/>
                    <a:pt x="7120" y="11480"/>
                  </a:cubicBezTo>
                  <a:cubicBezTo>
                    <a:pt x="7130" y="11954"/>
                    <a:pt x="7102" y="12366"/>
                    <a:pt x="7034" y="12739"/>
                  </a:cubicBezTo>
                  <a:cubicBezTo>
                    <a:pt x="6999" y="12948"/>
                    <a:pt x="7138" y="13146"/>
                    <a:pt x="7346" y="13184"/>
                  </a:cubicBezTo>
                  <a:cubicBezTo>
                    <a:pt x="7370" y="13188"/>
                    <a:pt x="7393" y="13191"/>
                    <a:pt x="7416" y="13191"/>
                  </a:cubicBezTo>
                  <a:cubicBezTo>
                    <a:pt x="7597" y="13191"/>
                    <a:pt x="7759" y="13064"/>
                    <a:pt x="7797" y="12880"/>
                  </a:cubicBezTo>
                  <a:cubicBezTo>
                    <a:pt x="7865" y="12508"/>
                    <a:pt x="7898" y="12107"/>
                    <a:pt x="7898" y="11660"/>
                  </a:cubicBezTo>
                  <a:cubicBezTo>
                    <a:pt x="8624" y="11144"/>
                    <a:pt x="9820" y="10867"/>
                    <a:pt x="10636" y="10867"/>
                  </a:cubicBezTo>
                  <a:cubicBezTo>
                    <a:pt x="11432" y="10867"/>
                    <a:pt x="12200" y="11127"/>
                    <a:pt x="12873" y="11577"/>
                  </a:cubicBezTo>
                  <a:cubicBezTo>
                    <a:pt x="12941" y="11626"/>
                    <a:pt x="13020" y="11650"/>
                    <a:pt x="13098" y="11650"/>
                  </a:cubicBezTo>
                  <a:cubicBezTo>
                    <a:pt x="13223" y="11650"/>
                    <a:pt x="13346" y="11589"/>
                    <a:pt x="13421" y="11478"/>
                  </a:cubicBezTo>
                  <a:cubicBezTo>
                    <a:pt x="13543" y="11296"/>
                    <a:pt x="13490" y="11048"/>
                    <a:pt x="13303" y="10932"/>
                  </a:cubicBezTo>
                  <a:cubicBezTo>
                    <a:pt x="13181" y="10850"/>
                    <a:pt x="13054" y="10773"/>
                    <a:pt x="12927" y="10702"/>
                  </a:cubicBezTo>
                  <a:cubicBezTo>
                    <a:pt x="13845" y="9256"/>
                    <a:pt x="15421" y="8536"/>
                    <a:pt x="16771" y="8536"/>
                  </a:cubicBezTo>
                  <a:cubicBezTo>
                    <a:pt x="17051" y="8536"/>
                    <a:pt x="17322" y="8567"/>
                    <a:pt x="17575" y="8630"/>
                  </a:cubicBezTo>
                  <a:cubicBezTo>
                    <a:pt x="18216" y="8787"/>
                    <a:pt x="19291" y="9288"/>
                    <a:pt x="19291" y="10870"/>
                  </a:cubicBezTo>
                  <a:cubicBezTo>
                    <a:pt x="19291" y="13206"/>
                    <a:pt x="19636" y="15405"/>
                    <a:pt x="17426" y="16145"/>
                  </a:cubicBezTo>
                  <a:cubicBezTo>
                    <a:pt x="15108" y="16918"/>
                    <a:pt x="13184" y="17077"/>
                    <a:pt x="11012" y="17077"/>
                  </a:cubicBezTo>
                  <a:cubicBezTo>
                    <a:pt x="7744" y="17077"/>
                    <a:pt x="4229" y="16183"/>
                    <a:pt x="1610" y="14686"/>
                  </a:cubicBezTo>
                  <a:cubicBezTo>
                    <a:pt x="1445" y="14593"/>
                    <a:pt x="1290" y="14330"/>
                    <a:pt x="1172" y="13947"/>
                  </a:cubicBezTo>
                  <a:cubicBezTo>
                    <a:pt x="825" y="12821"/>
                    <a:pt x="995" y="12345"/>
                    <a:pt x="1569" y="11274"/>
                  </a:cubicBezTo>
                  <a:cubicBezTo>
                    <a:pt x="2892" y="8809"/>
                    <a:pt x="4513" y="6515"/>
                    <a:pt x="6396" y="4444"/>
                  </a:cubicBezTo>
                  <a:close/>
                  <a:moveTo>
                    <a:pt x="10234" y="0"/>
                  </a:moveTo>
                  <a:cubicBezTo>
                    <a:pt x="8306" y="0"/>
                    <a:pt x="6680" y="1410"/>
                    <a:pt x="6398" y="3302"/>
                  </a:cubicBezTo>
                  <a:cubicBezTo>
                    <a:pt x="4225" y="5577"/>
                    <a:pt x="2372" y="8135"/>
                    <a:pt x="885" y="10907"/>
                  </a:cubicBezTo>
                  <a:cubicBezTo>
                    <a:pt x="239" y="12111"/>
                    <a:pt x="0" y="12785"/>
                    <a:pt x="429" y="14176"/>
                  </a:cubicBezTo>
                  <a:cubicBezTo>
                    <a:pt x="613" y="14772"/>
                    <a:pt x="873" y="15160"/>
                    <a:pt x="1225" y="15359"/>
                  </a:cubicBezTo>
                  <a:cubicBezTo>
                    <a:pt x="4115" y="17012"/>
                    <a:pt x="7771" y="17852"/>
                    <a:pt x="11012" y="17852"/>
                  </a:cubicBezTo>
                  <a:cubicBezTo>
                    <a:pt x="12957" y="17852"/>
                    <a:pt x="15111" y="17734"/>
                    <a:pt x="17672" y="16881"/>
                  </a:cubicBezTo>
                  <a:cubicBezTo>
                    <a:pt x="20457" y="15948"/>
                    <a:pt x="20066" y="13142"/>
                    <a:pt x="20066" y="10870"/>
                  </a:cubicBezTo>
                  <a:cubicBezTo>
                    <a:pt x="20066" y="9351"/>
                    <a:pt x="19204" y="8231"/>
                    <a:pt x="17759" y="7876"/>
                  </a:cubicBezTo>
                  <a:cubicBezTo>
                    <a:pt x="17440" y="7798"/>
                    <a:pt x="17106" y="7759"/>
                    <a:pt x="16765" y="7759"/>
                  </a:cubicBezTo>
                  <a:cubicBezTo>
                    <a:pt x="15086" y="7759"/>
                    <a:pt x="13245" y="8692"/>
                    <a:pt x="12217" y="10376"/>
                  </a:cubicBezTo>
                  <a:cubicBezTo>
                    <a:pt x="11710" y="10187"/>
                    <a:pt x="11174" y="10091"/>
                    <a:pt x="10635" y="10090"/>
                  </a:cubicBezTo>
                  <a:cubicBezTo>
                    <a:pt x="9834" y="10090"/>
                    <a:pt x="8726" y="10306"/>
                    <a:pt x="7857" y="10775"/>
                  </a:cubicBezTo>
                  <a:cubicBezTo>
                    <a:pt x="7815" y="10257"/>
                    <a:pt x="7752" y="9841"/>
                    <a:pt x="7703" y="9478"/>
                  </a:cubicBezTo>
                  <a:cubicBezTo>
                    <a:pt x="7510" y="8137"/>
                    <a:pt x="8084" y="7192"/>
                    <a:pt x="8106" y="7125"/>
                  </a:cubicBezTo>
                  <a:cubicBezTo>
                    <a:pt x="8738" y="7540"/>
                    <a:pt x="9478" y="7762"/>
                    <a:pt x="10234" y="7762"/>
                  </a:cubicBezTo>
                  <a:cubicBezTo>
                    <a:pt x="12374" y="7762"/>
                    <a:pt x="14115" y="6021"/>
                    <a:pt x="14115" y="3881"/>
                  </a:cubicBezTo>
                  <a:cubicBezTo>
                    <a:pt x="14115" y="1741"/>
                    <a:pt x="12374" y="0"/>
                    <a:pt x="102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72"/>
            <p:cNvSpPr/>
            <p:nvPr/>
          </p:nvSpPr>
          <p:spPr>
            <a:xfrm>
              <a:off x="2579375" y="4790675"/>
              <a:ext cx="185000" cy="32825"/>
            </a:xfrm>
            <a:custGeom>
              <a:rect b="b" l="l" r="r" t="t"/>
              <a:pathLst>
                <a:path extrusionOk="0" h="1313" w="7400">
                  <a:moveTo>
                    <a:pt x="6969" y="1"/>
                  </a:moveTo>
                  <a:cubicBezTo>
                    <a:pt x="6937" y="1"/>
                    <a:pt x="6904" y="5"/>
                    <a:pt x="6871" y="14"/>
                  </a:cubicBezTo>
                  <a:cubicBezTo>
                    <a:pt x="5116" y="473"/>
                    <a:pt x="3517" y="536"/>
                    <a:pt x="2050" y="536"/>
                  </a:cubicBezTo>
                  <a:cubicBezTo>
                    <a:pt x="1520" y="536"/>
                    <a:pt x="920" y="511"/>
                    <a:pt x="448" y="467"/>
                  </a:cubicBezTo>
                  <a:cubicBezTo>
                    <a:pt x="434" y="466"/>
                    <a:pt x="421" y="465"/>
                    <a:pt x="407" y="465"/>
                  </a:cubicBezTo>
                  <a:cubicBezTo>
                    <a:pt x="209" y="465"/>
                    <a:pt x="39" y="616"/>
                    <a:pt x="21" y="819"/>
                  </a:cubicBezTo>
                  <a:cubicBezTo>
                    <a:pt x="1" y="1034"/>
                    <a:pt x="162" y="1225"/>
                    <a:pt x="379" y="1241"/>
                  </a:cubicBezTo>
                  <a:cubicBezTo>
                    <a:pt x="872" y="1286"/>
                    <a:pt x="1497" y="1312"/>
                    <a:pt x="2050" y="1312"/>
                  </a:cubicBezTo>
                  <a:cubicBezTo>
                    <a:pt x="3496" y="1312"/>
                    <a:pt x="5222" y="1247"/>
                    <a:pt x="7067" y="765"/>
                  </a:cubicBezTo>
                  <a:cubicBezTo>
                    <a:pt x="7276" y="711"/>
                    <a:pt x="7400" y="499"/>
                    <a:pt x="7345" y="292"/>
                  </a:cubicBezTo>
                  <a:cubicBezTo>
                    <a:pt x="7300" y="117"/>
                    <a:pt x="7142" y="1"/>
                    <a:pt x="6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72"/>
            <p:cNvSpPr/>
            <p:nvPr/>
          </p:nvSpPr>
          <p:spPr>
            <a:xfrm>
              <a:off x="2552975" y="4454800"/>
              <a:ext cx="116500" cy="116450"/>
            </a:xfrm>
            <a:custGeom>
              <a:rect b="b" l="l" r="r" t="t"/>
              <a:pathLst>
                <a:path extrusionOk="0" h="4658" w="4660">
                  <a:moveTo>
                    <a:pt x="2330" y="776"/>
                  </a:moveTo>
                  <a:cubicBezTo>
                    <a:pt x="2530" y="776"/>
                    <a:pt x="2732" y="815"/>
                    <a:pt x="2924" y="894"/>
                  </a:cubicBezTo>
                  <a:cubicBezTo>
                    <a:pt x="3504" y="1135"/>
                    <a:pt x="3883" y="1701"/>
                    <a:pt x="3883" y="2329"/>
                  </a:cubicBezTo>
                  <a:cubicBezTo>
                    <a:pt x="3882" y="3186"/>
                    <a:pt x="3187" y="3879"/>
                    <a:pt x="2330" y="3881"/>
                  </a:cubicBezTo>
                  <a:cubicBezTo>
                    <a:pt x="1702" y="3881"/>
                    <a:pt x="1136" y="3503"/>
                    <a:pt x="895" y="2923"/>
                  </a:cubicBezTo>
                  <a:cubicBezTo>
                    <a:pt x="656" y="2342"/>
                    <a:pt x="788" y="1676"/>
                    <a:pt x="1232" y="1231"/>
                  </a:cubicBezTo>
                  <a:cubicBezTo>
                    <a:pt x="1530" y="934"/>
                    <a:pt x="1926" y="776"/>
                    <a:pt x="2330" y="776"/>
                  </a:cubicBezTo>
                  <a:close/>
                  <a:moveTo>
                    <a:pt x="2330" y="0"/>
                  </a:moveTo>
                  <a:cubicBezTo>
                    <a:pt x="1046" y="0"/>
                    <a:pt x="1" y="1045"/>
                    <a:pt x="1" y="2329"/>
                  </a:cubicBezTo>
                  <a:cubicBezTo>
                    <a:pt x="1" y="3612"/>
                    <a:pt x="1046" y="4657"/>
                    <a:pt x="2330" y="4657"/>
                  </a:cubicBezTo>
                  <a:cubicBezTo>
                    <a:pt x="3614" y="4657"/>
                    <a:pt x="4659" y="3613"/>
                    <a:pt x="4659" y="2329"/>
                  </a:cubicBezTo>
                  <a:cubicBezTo>
                    <a:pt x="4659" y="1045"/>
                    <a:pt x="3614" y="0"/>
                    <a:pt x="23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6" name="Google Shape;776;p72"/>
          <p:cNvGrpSpPr/>
          <p:nvPr/>
        </p:nvGrpSpPr>
        <p:grpSpPr>
          <a:xfrm>
            <a:off x="3459724" y="1864296"/>
            <a:ext cx="375385" cy="279804"/>
            <a:chOff x="7009649" y="1541981"/>
            <a:chExt cx="524940" cy="320655"/>
          </a:xfrm>
        </p:grpSpPr>
        <p:sp>
          <p:nvSpPr>
            <p:cNvPr id="777" name="Google Shape;777;p72"/>
            <p:cNvSpPr/>
            <p:nvPr/>
          </p:nvSpPr>
          <p:spPr>
            <a:xfrm>
              <a:off x="7009649" y="1541981"/>
              <a:ext cx="524940" cy="320655"/>
            </a:xfrm>
            <a:custGeom>
              <a:rect b="b" l="l" r="r" t="t"/>
              <a:pathLst>
                <a:path extrusionOk="0" h="10074" w="16492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72"/>
            <p:cNvSpPr/>
            <p:nvPr/>
          </p:nvSpPr>
          <p:spPr>
            <a:xfrm>
              <a:off x="7110104" y="1604909"/>
              <a:ext cx="61782" cy="41697"/>
            </a:xfrm>
            <a:custGeom>
              <a:rect b="b" l="l" r="r" t="t"/>
              <a:pathLst>
                <a:path extrusionOk="0" h="1310" w="1941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72"/>
            <p:cNvSpPr/>
            <p:nvPr/>
          </p:nvSpPr>
          <p:spPr>
            <a:xfrm>
              <a:off x="7110455" y="1655296"/>
              <a:ext cx="96700" cy="15183"/>
            </a:xfrm>
            <a:custGeom>
              <a:rect b="b" l="l" r="r" t="t"/>
              <a:pathLst>
                <a:path extrusionOk="0" h="477" w="3038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72"/>
            <p:cNvSpPr/>
            <p:nvPr/>
          </p:nvSpPr>
          <p:spPr>
            <a:xfrm>
              <a:off x="7146104" y="1676909"/>
              <a:ext cx="61050" cy="41729"/>
            </a:xfrm>
            <a:custGeom>
              <a:rect b="b" l="l" r="r" t="t"/>
              <a:pathLst>
                <a:path extrusionOk="0" h="1311" w="1918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72"/>
            <p:cNvSpPr/>
            <p:nvPr/>
          </p:nvSpPr>
          <p:spPr>
            <a:xfrm>
              <a:off x="7110455" y="1726563"/>
              <a:ext cx="96700" cy="15183"/>
            </a:xfrm>
            <a:custGeom>
              <a:rect b="b" l="l" r="r" t="t"/>
              <a:pathLst>
                <a:path extrusionOk="0" h="477" w="3038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72"/>
            <p:cNvSpPr/>
            <p:nvPr/>
          </p:nvSpPr>
          <p:spPr>
            <a:xfrm>
              <a:off x="7262825" y="1636739"/>
              <a:ext cx="48541" cy="80371"/>
            </a:xfrm>
            <a:custGeom>
              <a:rect b="b" l="l" r="r" t="t"/>
              <a:pathLst>
                <a:path extrusionOk="0" h="2525" w="1525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72"/>
            <p:cNvSpPr/>
            <p:nvPr/>
          </p:nvSpPr>
          <p:spPr>
            <a:xfrm>
              <a:off x="7380691" y="1636357"/>
              <a:ext cx="48891" cy="80371"/>
            </a:xfrm>
            <a:custGeom>
              <a:rect b="b" l="l" r="r" t="t"/>
              <a:pathLst>
                <a:path extrusionOk="0" h="2525" w="1536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72"/>
            <p:cNvSpPr/>
            <p:nvPr/>
          </p:nvSpPr>
          <p:spPr>
            <a:xfrm>
              <a:off x="7321933" y="1626744"/>
              <a:ext cx="48923" cy="99851"/>
            </a:xfrm>
            <a:custGeom>
              <a:rect b="b" l="l" r="r" t="t"/>
              <a:pathLst>
                <a:path extrusionOk="0" h="3137" w="1537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3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Thiago Silva Blasi – Desenvolvedor / DBA</a:t>
            </a:r>
            <a:endParaRPr/>
          </a:p>
        </p:txBody>
      </p:sp>
      <p:sp>
        <p:nvSpPr>
          <p:cNvPr id="790" name="Google Shape;790;p73"/>
          <p:cNvSpPr txBox="1"/>
          <p:nvPr>
            <p:ph idx="2" type="title"/>
          </p:nvPr>
        </p:nvSpPr>
        <p:spPr>
          <a:xfrm>
            <a:off x="848400" y="2678825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1</a:t>
            </a:r>
            <a:endParaRPr/>
          </a:p>
        </p:txBody>
      </p:sp>
      <p:sp>
        <p:nvSpPr>
          <p:cNvPr id="791" name="Google Shape;791;p73"/>
          <p:cNvSpPr txBox="1"/>
          <p:nvPr>
            <p:ph idx="1" type="subTitle"/>
          </p:nvPr>
        </p:nvSpPr>
        <p:spPr>
          <a:xfrm>
            <a:off x="848400" y="31619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Participação na escolha do framework (CodeIgniter)</a:t>
            </a:r>
            <a:endParaRPr/>
          </a:p>
        </p:txBody>
      </p:sp>
      <p:sp>
        <p:nvSpPr>
          <p:cNvPr id="792" name="Google Shape;792;p73"/>
          <p:cNvSpPr txBox="1"/>
          <p:nvPr>
            <p:ph idx="3" type="title"/>
          </p:nvPr>
        </p:nvSpPr>
        <p:spPr>
          <a:xfrm>
            <a:off x="2765499" y="2678825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2</a:t>
            </a:r>
            <a:endParaRPr/>
          </a:p>
        </p:txBody>
      </p:sp>
      <p:sp>
        <p:nvSpPr>
          <p:cNvPr id="793" name="Google Shape;793;p73"/>
          <p:cNvSpPr txBox="1"/>
          <p:nvPr>
            <p:ph idx="4" type="subTitle"/>
          </p:nvPr>
        </p:nvSpPr>
        <p:spPr>
          <a:xfrm>
            <a:off x="2765499" y="31619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Passar as entidades e os modelos para o CodeIgniter</a:t>
            </a:r>
            <a:endParaRPr/>
          </a:p>
        </p:txBody>
      </p:sp>
      <p:sp>
        <p:nvSpPr>
          <p:cNvPr id="794" name="Google Shape;794;p73"/>
          <p:cNvSpPr txBox="1"/>
          <p:nvPr>
            <p:ph idx="5" type="title"/>
          </p:nvPr>
        </p:nvSpPr>
        <p:spPr>
          <a:xfrm>
            <a:off x="4682598" y="2678825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3</a:t>
            </a:r>
            <a:endParaRPr/>
          </a:p>
        </p:txBody>
      </p:sp>
      <p:sp>
        <p:nvSpPr>
          <p:cNvPr id="795" name="Google Shape;795;p73"/>
          <p:cNvSpPr txBox="1"/>
          <p:nvPr>
            <p:ph idx="6" type="subTitle"/>
          </p:nvPr>
        </p:nvSpPr>
        <p:spPr>
          <a:xfrm>
            <a:off x="4682598" y="31619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Integração do efetuar triagens e visualizar triagens</a:t>
            </a:r>
            <a:endParaRPr/>
          </a:p>
        </p:txBody>
      </p:sp>
      <p:sp>
        <p:nvSpPr>
          <p:cNvPr id="796" name="Google Shape;796;p73"/>
          <p:cNvSpPr txBox="1"/>
          <p:nvPr>
            <p:ph idx="7" type="title"/>
          </p:nvPr>
        </p:nvSpPr>
        <p:spPr>
          <a:xfrm>
            <a:off x="6599697" y="2678825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</p:txBody>
      </p:sp>
      <p:sp>
        <p:nvSpPr>
          <p:cNvPr id="797" name="Google Shape;797;p73"/>
          <p:cNvSpPr txBox="1"/>
          <p:nvPr>
            <p:ph idx="8" type="subTitle"/>
          </p:nvPr>
        </p:nvSpPr>
        <p:spPr>
          <a:xfrm>
            <a:off x="6599697" y="31619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Dificuldade na instalação do CodeIgniter para Linux</a:t>
            </a:r>
            <a:endParaRPr/>
          </a:p>
        </p:txBody>
      </p:sp>
      <p:sp>
        <p:nvSpPr>
          <p:cNvPr id="798" name="Google Shape;798;p73"/>
          <p:cNvSpPr/>
          <p:nvPr/>
        </p:nvSpPr>
        <p:spPr>
          <a:xfrm>
            <a:off x="3298613" y="18919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3"/>
          <p:cNvSpPr/>
          <p:nvPr/>
        </p:nvSpPr>
        <p:spPr>
          <a:xfrm>
            <a:off x="5199863" y="189200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73"/>
          <p:cNvSpPr/>
          <p:nvPr/>
        </p:nvSpPr>
        <p:spPr>
          <a:xfrm>
            <a:off x="7132738" y="189200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1" name="Google Shape;801;p73"/>
          <p:cNvGrpSpPr/>
          <p:nvPr/>
        </p:nvGrpSpPr>
        <p:grpSpPr>
          <a:xfrm>
            <a:off x="5331026" y="2009373"/>
            <a:ext cx="399028" cy="354919"/>
            <a:chOff x="854261" y="2908813"/>
            <a:chExt cx="377474" cy="335748"/>
          </a:xfrm>
        </p:grpSpPr>
        <p:sp>
          <p:nvSpPr>
            <p:cNvPr id="802" name="Google Shape;802;p73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73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73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73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73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7" name="Google Shape;807;p73"/>
          <p:cNvSpPr/>
          <p:nvPr/>
        </p:nvSpPr>
        <p:spPr>
          <a:xfrm>
            <a:off x="1381500" y="1891989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73"/>
          <p:cNvSpPr/>
          <p:nvPr/>
        </p:nvSpPr>
        <p:spPr>
          <a:xfrm>
            <a:off x="7228312" y="1963689"/>
            <a:ext cx="438664" cy="400611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9" name="Google Shape;809;p73"/>
          <p:cNvGrpSpPr/>
          <p:nvPr/>
        </p:nvGrpSpPr>
        <p:grpSpPr>
          <a:xfrm>
            <a:off x="3425765" y="1988520"/>
            <a:ext cx="375375" cy="375779"/>
            <a:chOff x="3539102" y="2427549"/>
            <a:chExt cx="355099" cy="355481"/>
          </a:xfrm>
        </p:grpSpPr>
        <p:sp>
          <p:nvSpPr>
            <p:cNvPr id="810" name="Google Shape;810;p73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73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2" name="Google Shape;812;p73"/>
          <p:cNvGrpSpPr/>
          <p:nvPr/>
        </p:nvGrpSpPr>
        <p:grpSpPr>
          <a:xfrm>
            <a:off x="1538302" y="2049376"/>
            <a:ext cx="316093" cy="314915"/>
            <a:chOff x="5355784" y="3834547"/>
            <a:chExt cx="299019" cy="297905"/>
          </a:xfrm>
        </p:grpSpPr>
        <p:sp>
          <p:nvSpPr>
            <p:cNvPr id="813" name="Google Shape;813;p73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73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73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73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17" name="Google Shape;817;p73"/>
          <p:cNvCxnSpPr/>
          <p:nvPr/>
        </p:nvCxnSpPr>
        <p:spPr>
          <a:xfrm>
            <a:off x="916600" y="962050"/>
            <a:ext cx="7017367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4"/>
          <p:cNvSpPr txBox="1"/>
          <p:nvPr>
            <p:ph type="title"/>
          </p:nvPr>
        </p:nvSpPr>
        <p:spPr>
          <a:xfrm>
            <a:off x="1402641" y="1933550"/>
            <a:ext cx="759698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en" sz="6700"/>
              <a:t>Funcionalidades</a:t>
            </a:r>
            <a:endParaRPr sz="6700"/>
          </a:p>
        </p:txBody>
      </p:sp>
      <p:cxnSp>
        <p:nvCxnSpPr>
          <p:cNvPr id="823" name="Google Shape;823;p74"/>
          <p:cNvCxnSpPr/>
          <p:nvPr/>
        </p:nvCxnSpPr>
        <p:spPr>
          <a:xfrm>
            <a:off x="916650" y="962050"/>
            <a:ext cx="4060986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5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Funcionalidades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cxnSp>
        <p:nvCxnSpPr>
          <p:cNvPr id="829" name="Google Shape;829;p75"/>
          <p:cNvCxnSpPr/>
          <p:nvPr/>
        </p:nvCxnSpPr>
        <p:spPr>
          <a:xfrm flipH="1" rot="10800000">
            <a:off x="916650" y="953050"/>
            <a:ext cx="2837100" cy="90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0" name="Google Shape;830;p75"/>
          <p:cNvSpPr txBox="1"/>
          <p:nvPr/>
        </p:nvSpPr>
        <p:spPr>
          <a:xfrm>
            <a:off x="916650" y="1239200"/>
            <a:ext cx="8086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Agendar Consultas Online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Listar Todas as Consultas Solicitadas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Confirmar Consultas Online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Visualizar Detalhes da Consulta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Efetuar Triagem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1" name="Google Shape;831;p75"/>
          <p:cNvSpPr txBox="1"/>
          <p:nvPr/>
        </p:nvSpPr>
        <p:spPr>
          <a:xfrm>
            <a:off x="916650" y="2371650"/>
            <a:ext cx="80865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 fazer:</a:t>
            </a:r>
            <a:endParaRPr b="1" sz="2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Visualizar Prescrições Médicas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Registrar Prescrições Médicas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Visualizar Consultas Online dos Últimos 30 Dias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Realizar Consultas Online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6"/>
          <p:cNvSpPr/>
          <p:nvPr/>
        </p:nvSpPr>
        <p:spPr>
          <a:xfrm>
            <a:off x="31775" y="1412100"/>
            <a:ext cx="4097700" cy="2319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76"/>
          <p:cNvSpPr txBox="1"/>
          <p:nvPr>
            <p:ph type="title"/>
          </p:nvPr>
        </p:nvSpPr>
        <p:spPr>
          <a:xfrm>
            <a:off x="818250" y="450150"/>
            <a:ext cx="3070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000"/>
              <a:t>MÓDULO 3:</a:t>
            </a:r>
            <a:br>
              <a:rPr lang="en" sz="3000"/>
            </a:br>
            <a:r>
              <a:rPr lang="en" sz="3000"/>
              <a:t>SERVIÇOS MÉDICOS</a:t>
            </a:r>
            <a:endParaRPr sz="3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7"/>
          <p:cNvSpPr txBox="1"/>
          <p:nvPr>
            <p:ph type="title"/>
          </p:nvPr>
        </p:nvSpPr>
        <p:spPr>
          <a:xfrm>
            <a:off x="818250" y="459775"/>
            <a:ext cx="561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Nicholas Zilli</a:t>
            </a:r>
            <a:r>
              <a:rPr lang="en"/>
              <a:t> – Product Owner</a:t>
            </a:r>
            <a:endParaRPr/>
          </a:p>
        </p:txBody>
      </p:sp>
      <p:sp>
        <p:nvSpPr>
          <p:cNvPr id="843" name="Google Shape;843;p77"/>
          <p:cNvSpPr txBox="1"/>
          <p:nvPr>
            <p:ph idx="2" type="title"/>
          </p:nvPr>
        </p:nvSpPr>
        <p:spPr>
          <a:xfrm>
            <a:off x="848400" y="2722025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1</a:t>
            </a:r>
            <a:endParaRPr/>
          </a:p>
        </p:txBody>
      </p:sp>
      <p:sp>
        <p:nvSpPr>
          <p:cNvPr id="844" name="Google Shape;844;p77"/>
          <p:cNvSpPr txBox="1"/>
          <p:nvPr>
            <p:ph idx="1" type="subTitle"/>
          </p:nvPr>
        </p:nvSpPr>
        <p:spPr>
          <a:xfrm>
            <a:off x="848400" y="3073975"/>
            <a:ext cx="1695900" cy="18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/>
              <a:t>Elaboração e junção dos modelos de entidade relacionamento dos bancos, gerando um modelo físico do banco integrado.</a:t>
            </a:r>
            <a:endParaRPr/>
          </a:p>
        </p:txBody>
      </p:sp>
      <p:sp>
        <p:nvSpPr>
          <p:cNvPr id="845" name="Google Shape;845;p77"/>
          <p:cNvSpPr txBox="1"/>
          <p:nvPr>
            <p:ph idx="3" type="title"/>
          </p:nvPr>
        </p:nvSpPr>
        <p:spPr>
          <a:xfrm>
            <a:off x="2765499" y="2722025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2</a:t>
            </a:r>
            <a:endParaRPr/>
          </a:p>
        </p:txBody>
      </p:sp>
      <p:sp>
        <p:nvSpPr>
          <p:cNvPr id="846" name="Google Shape;846;p77"/>
          <p:cNvSpPr txBox="1"/>
          <p:nvPr>
            <p:ph idx="4" type="subTitle"/>
          </p:nvPr>
        </p:nvSpPr>
        <p:spPr>
          <a:xfrm>
            <a:off x="2765500" y="3073975"/>
            <a:ext cx="1695900" cy="13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Auxílio na correção de problemas com o novo banco, assim como nos </a:t>
            </a:r>
            <a:r>
              <a:rPr i="1" lang="en"/>
              <a:t>inserts</a:t>
            </a:r>
            <a:r>
              <a:rPr lang="en"/>
              <a:t> das tabelas do módulo.</a:t>
            </a:r>
            <a:endParaRPr/>
          </a:p>
        </p:txBody>
      </p:sp>
      <p:sp>
        <p:nvSpPr>
          <p:cNvPr id="847" name="Google Shape;847;p77"/>
          <p:cNvSpPr txBox="1"/>
          <p:nvPr>
            <p:ph idx="5" type="title"/>
          </p:nvPr>
        </p:nvSpPr>
        <p:spPr>
          <a:xfrm>
            <a:off x="4682598" y="2722025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3</a:t>
            </a:r>
            <a:endParaRPr/>
          </a:p>
        </p:txBody>
      </p:sp>
      <p:sp>
        <p:nvSpPr>
          <p:cNvPr id="848" name="Google Shape;848;p77"/>
          <p:cNvSpPr txBox="1"/>
          <p:nvPr>
            <p:ph idx="6" type="subTitle"/>
          </p:nvPr>
        </p:nvSpPr>
        <p:spPr>
          <a:xfrm>
            <a:off x="4631600" y="3073975"/>
            <a:ext cx="17979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Desenvolvimento e adaptação dos códigos front/back end para o framework CodeIgniter.</a:t>
            </a:r>
            <a:endParaRPr/>
          </a:p>
        </p:txBody>
      </p:sp>
      <p:sp>
        <p:nvSpPr>
          <p:cNvPr id="849" name="Google Shape;849;p77"/>
          <p:cNvSpPr txBox="1"/>
          <p:nvPr>
            <p:ph idx="7" type="title"/>
          </p:nvPr>
        </p:nvSpPr>
        <p:spPr>
          <a:xfrm>
            <a:off x="6599697" y="2722025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</p:txBody>
      </p:sp>
      <p:sp>
        <p:nvSpPr>
          <p:cNvPr id="850" name="Google Shape;850;p77"/>
          <p:cNvSpPr txBox="1"/>
          <p:nvPr>
            <p:ph idx="8" type="subTitle"/>
          </p:nvPr>
        </p:nvSpPr>
        <p:spPr>
          <a:xfrm>
            <a:off x="6599700" y="3073975"/>
            <a:ext cx="1797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</a:t>
            </a:r>
            <a:r>
              <a:rPr lang="en"/>
              <a:t>empo.</a:t>
            </a:r>
            <a:endParaRPr/>
          </a:p>
        </p:txBody>
      </p:sp>
      <p:sp>
        <p:nvSpPr>
          <p:cNvPr id="851" name="Google Shape;851;p77"/>
          <p:cNvSpPr/>
          <p:nvPr/>
        </p:nvSpPr>
        <p:spPr>
          <a:xfrm>
            <a:off x="3298613" y="19351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77"/>
          <p:cNvSpPr/>
          <p:nvPr/>
        </p:nvSpPr>
        <p:spPr>
          <a:xfrm>
            <a:off x="5199863" y="193520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77"/>
          <p:cNvSpPr/>
          <p:nvPr/>
        </p:nvSpPr>
        <p:spPr>
          <a:xfrm>
            <a:off x="7132738" y="193520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4" name="Google Shape;854;p77"/>
          <p:cNvGrpSpPr/>
          <p:nvPr/>
        </p:nvGrpSpPr>
        <p:grpSpPr>
          <a:xfrm>
            <a:off x="3421439" y="2072598"/>
            <a:ext cx="399028" cy="354920"/>
            <a:chOff x="854261" y="2908813"/>
            <a:chExt cx="377474" cy="335748"/>
          </a:xfrm>
        </p:grpSpPr>
        <p:sp>
          <p:nvSpPr>
            <p:cNvPr id="855" name="Google Shape;855;p77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77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77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77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77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0" name="Google Shape;860;p77"/>
          <p:cNvSpPr/>
          <p:nvPr/>
        </p:nvSpPr>
        <p:spPr>
          <a:xfrm>
            <a:off x="1381500" y="1935189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1" name="Google Shape;861;p77"/>
          <p:cNvGrpSpPr/>
          <p:nvPr/>
        </p:nvGrpSpPr>
        <p:grpSpPr>
          <a:xfrm>
            <a:off x="5342840" y="2062145"/>
            <a:ext cx="375376" cy="375779"/>
            <a:chOff x="3539102" y="2427549"/>
            <a:chExt cx="355099" cy="355481"/>
          </a:xfrm>
        </p:grpSpPr>
        <p:sp>
          <p:nvSpPr>
            <p:cNvPr id="862" name="Google Shape;862;p77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77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4" name="Google Shape;864;p77"/>
          <p:cNvGrpSpPr/>
          <p:nvPr/>
        </p:nvGrpSpPr>
        <p:grpSpPr>
          <a:xfrm>
            <a:off x="1538302" y="2092576"/>
            <a:ext cx="316093" cy="314916"/>
            <a:chOff x="5355784" y="3834547"/>
            <a:chExt cx="299019" cy="297905"/>
          </a:xfrm>
        </p:grpSpPr>
        <p:sp>
          <p:nvSpPr>
            <p:cNvPr id="865" name="Google Shape;865;p77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77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77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77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69" name="Google Shape;869;p77"/>
          <p:cNvCxnSpPr/>
          <p:nvPr/>
        </p:nvCxnSpPr>
        <p:spPr>
          <a:xfrm>
            <a:off x="916600" y="962050"/>
            <a:ext cx="54087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70" name="Google Shape;870;p77"/>
          <p:cNvGrpSpPr/>
          <p:nvPr/>
        </p:nvGrpSpPr>
        <p:grpSpPr>
          <a:xfrm>
            <a:off x="7248149" y="2049719"/>
            <a:ext cx="399011" cy="400610"/>
            <a:chOff x="1392275" y="257900"/>
            <a:chExt cx="517725" cy="496850"/>
          </a:xfrm>
        </p:grpSpPr>
        <p:sp>
          <p:nvSpPr>
            <p:cNvPr id="871" name="Google Shape;871;p77"/>
            <p:cNvSpPr/>
            <p:nvPr/>
          </p:nvSpPr>
          <p:spPr>
            <a:xfrm>
              <a:off x="1827375" y="310625"/>
              <a:ext cx="20350" cy="19500"/>
            </a:xfrm>
            <a:custGeom>
              <a:rect b="b" l="l" r="r" t="t"/>
              <a:pathLst>
                <a:path extrusionOk="0" h="780" w="814">
                  <a:moveTo>
                    <a:pt x="391" y="1"/>
                  </a:moveTo>
                  <a:cubicBezTo>
                    <a:pt x="191" y="1"/>
                    <a:pt x="0" y="156"/>
                    <a:pt x="0" y="390"/>
                  </a:cubicBezTo>
                  <a:cubicBezTo>
                    <a:pt x="0" y="624"/>
                    <a:pt x="191" y="779"/>
                    <a:pt x="390" y="779"/>
                  </a:cubicBezTo>
                  <a:cubicBezTo>
                    <a:pt x="486" y="779"/>
                    <a:pt x="583" y="744"/>
                    <a:pt x="662" y="664"/>
                  </a:cubicBezTo>
                  <a:cubicBezTo>
                    <a:pt x="814" y="514"/>
                    <a:pt x="814" y="267"/>
                    <a:pt x="662" y="115"/>
                  </a:cubicBezTo>
                  <a:cubicBezTo>
                    <a:pt x="583" y="36"/>
                    <a:pt x="486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77"/>
            <p:cNvSpPr/>
            <p:nvPr/>
          </p:nvSpPr>
          <p:spPr>
            <a:xfrm>
              <a:off x="1719025" y="496600"/>
              <a:ext cx="20375" cy="19450"/>
            </a:xfrm>
            <a:custGeom>
              <a:rect b="b" l="l" r="r" t="t"/>
              <a:pathLst>
                <a:path extrusionOk="0" h="778" w="815">
                  <a:moveTo>
                    <a:pt x="391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2" y="777"/>
                    <a:pt x="391" y="777"/>
                  </a:cubicBezTo>
                  <a:cubicBezTo>
                    <a:pt x="486" y="777"/>
                    <a:pt x="584" y="742"/>
                    <a:pt x="663" y="663"/>
                  </a:cubicBezTo>
                  <a:cubicBezTo>
                    <a:pt x="815" y="512"/>
                    <a:pt x="815" y="265"/>
                    <a:pt x="663" y="115"/>
                  </a:cubicBezTo>
                  <a:cubicBezTo>
                    <a:pt x="584" y="36"/>
                    <a:pt x="486" y="0"/>
                    <a:pt x="3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77"/>
            <p:cNvSpPr/>
            <p:nvPr/>
          </p:nvSpPr>
          <p:spPr>
            <a:xfrm>
              <a:off x="1680250" y="457775"/>
              <a:ext cx="20375" cy="19475"/>
            </a:xfrm>
            <a:custGeom>
              <a:rect b="b" l="l" r="r" t="t"/>
              <a:pathLst>
                <a:path extrusionOk="0" h="779" w="815">
                  <a:moveTo>
                    <a:pt x="391" y="1"/>
                  </a:moveTo>
                  <a:cubicBezTo>
                    <a:pt x="192" y="1"/>
                    <a:pt x="0" y="156"/>
                    <a:pt x="0" y="390"/>
                  </a:cubicBezTo>
                  <a:cubicBezTo>
                    <a:pt x="0" y="623"/>
                    <a:pt x="192" y="778"/>
                    <a:pt x="391" y="778"/>
                  </a:cubicBezTo>
                  <a:cubicBezTo>
                    <a:pt x="486" y="778"/>
                    <a:pt x="583" y="743"/>
                    <a:pt x="662" y="664"/>
                  </a:cubicBezTo>
                  <a:cubicBezTo>
                    <a:pt x="814" y="512"/>
                    <a:pt x="814" y="267"/>
                    <a:pt x="662" y="115"/>
                  </a:cubicBezTo>
                  <a:cubicBezTo>
                    <a:pt x="583" y="36"/>
                    <a:pt x="486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77"/>
            <p:cNvSpPr/>
            <p:nvPr/>
          </p:nvSpPr>
          <p:spPr>
            <a:xfrm>
              <a:off x="1680225" y="535400"/>
              <a:ext cx="20400" cy="19450"/>
            </a:xfrm>
            <a:custGeom>
              <a:rect b="b" l="l" r="r" t="t"/>
              <a:pathLst>
                <a:path extrusionOk="0" h="778" w="816">
                  <a:moveTo>
                    <a:pt x="392" y="0"/>
                  </a:moveTo>
                  <a:cubicBezTo>
                    <a:pt x="192" y="0"/>
                    <a:pt x="0" y="155"/>
                    <a:pt x="0" y="389"/>
                  </a:cubicBezTo>
                  <a:cubicBezTo>
                    <a:pt x="0" y="623"/>
                    <a:pt x="192" y="778"/>
                    <a:pt x="392" y="778"/>
                  </a:cubicBezTo>
                  <a:cubicBezTo>
                    <a:pt x="487" y="778"/>
                    <a:pt x="584" y="742"/>
                    <a:pt x="663" y="663"/>
                  </a:cubicBezTo>
                  <a:cubicBezTo>
                    <a:pt x="815" y="512"/>
                    <a:pt x="815" y="266"/>
                    <a:pt x="663" y="114"/>
                  </a:cubicBezTo>
                  <a:cubicBezTo>
                    <a:pt x="584" y="35"/>
                    <a:pt x="487" y="0"/>
                    <a:pt x="3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77"/>
            <p:cNvSpPr/>
            <p:nvPr/>
          </p:nvSpPr>
          <p:spPr>
            <a:xfrm>
              <a:off x="1641425" y="418975"/>
              <a:ext cx="20375" cy="19450"/>
            </a:xfrm>
            <a:custGeom>
              <a:rect b="b" l="l" r="r" t="t"/>
              <a:pathLst>
                <a:path extrusionOk="0" h="778" w="815">
                  <a:moveTo>
                    <a:pt x="391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2" y="778"/>
                    <a:pt x="391" y="778"/>
                  </a:cubicBezTo>
                  <a:cubicBezTo>
                    <a:pt x="487" y="778"/>
                    <a:pt x="584" y="742"/>
                    <a:pt x="663" y="663"/>
                  </a:cubicBezTo>
                  <a:cubicBezTo>
                    <a:pt x="814" y="512"/>
                    <a:pt x="814" y="266"/>
                    <a:pt x="663" y="114"/>
                  </a:cubicBezTo>
                  <a:cubicBezTo>
                    <a:pt x="584" y="35"/>
                    <a:pt x="487" y="0"/>
                    <a:pt x="3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77"/>
            <p:cNvSpPr/>
            <p:nvPr/>
          </p:nvSpPr>
          <p:spPr>
            <a:xfrm>
              <a:off x="1641425" y="496600"/>
              <a:ext cx="20375" cy="19450"/>
            </a:xfrm>
            <a:custGeom>
              <a:rect b="b" l="l" r="r" t="t"/>
              <a:pathLst>
                <a:path extrusionOk="0" h="778" w="815">
                  <a:moveTo>
                    <a:pt x="391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1" y="777"/>
                    <a:pt x="391" y="777"/>
                  </a:cubicBezTo>
                  <a:cubicBezTo>
                    <a:pt x="486" y="777"/>
                    <a:pt x="583" y="742"/>
                    <a:pt x="663" y="663"/>
                  </a:cubicBezTo>
                  <a:cubicBezTo>
                    <a:pt x="814" y="512"/>
                    <a:pt x="814" y="265"/>
                    <a:pt x="663" y="115"/>
                  </a:cubicBezTo>
                  <a:cubicBezTo>
                    <a:pt x="584" y="36"/>
                    <a:pt x="486" y="0"/>
                    <a:pt x="3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77"/>
            <p:cNvSpPr/>
            <p:nvPr/>
          </p:nvSpPr>
          <p:spPr>
            <a:xfrm>
              <a:off x="1641425" y="574200"/>
              <a:ext cx="20375" cy="19475"/>
            </a:xfrm>
            <a:custGeom>
              <a:rect b="b" l="l" r="r" t="t"/>
              <a:pathLst>
                <a:path extrusionOk="0" h="779" w="815">
                  <a:moveTo>
                    <a:pt x="391" y="1"/>
                  </a:moveTo>
                  <a:cubicBezTo>
                    <a:pt x="192" y="1"/>
                    <a:pt x="1" y="156"/>
                    <a:pt x="1" y="390"/>
                  </a:cubicBezTo>
                  <a:cubicBezTo>
                    <a:pt x="1" y="623"/>
                    <a:pt x="192" y="778"/>
                    <a:pt x="391" y="778"/>
                  </a:cubicBezTo>
                  <a:cubicBezTo>
                    <a:pt x="487" y="778"/>
                    <a:pt x="584" y="743"/>
                    <a:pt x="663" y="664"/>
                  </a:cubicBezTo>
                  <a:cubicBezTo>
                    <a:pt x="814" y="512"/>
                    <a:pt x="814" y="267"/>
                    <a:pt x="663" y="115"/>
                  </a:cubicBezTo>
                  <a:cubicBezTo>
                    <a:pt x="584" y="36"/>
                    <a:pt x="487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77"/>
            <p:cNvSpPr/>
            <p:nvPr/>
          </p:nvSpPr>
          <p:spPr>
            <a:xfrm>
              <a:off x="1602600" y="457775"/>
              <a:ext cx="20375" cy="19475"/>
            </a:xfrm>
            <a:custGeom>
              <a:rect b="b" l="l" r="r" t="t"/>
              <a:pathLst>
                <a:path extrusionOk="0" h="779" w="815">
                  <a:moveTo>
                    <a:pt x="392" y="1"/>
                  </a:moveTo>
                  <a:cubicBezTo>
                    <a:pt x="192" y="1"/>
                    <a:pt x="1" y="156"/>
                    <a:pt x="1" y="390"/>
                  </a:cubicBezTo>
                  <a:cubicBezTo>
                    <a:pt x="1" y="623"/>
                    <a:pt x="192" y="778"/>
                    <a:pt x="392" y="778"/>
                  </a:cubicBezTo>
                  <a:cubicBezTo>
                    <a:pt x="487" y="778"/>
                    <a:pt x="584" y="743"/>
                    <a:pt x="663" y="664"/>
                  </a:cubicBezTo>
                  <a:cubicBezTo>
                    <a:pt x="815" y="512"/>
                    <a:pt x="815" y="267"/>
                    <a:pt x="663" y="115"/>
                  </a:cubicBezTo>
                  <a:cubicBezTo>
                    <a:pt x="584" y="36"/>
                    <a:pt x="487" y="1"/>
                    <a:pt x="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77"/>
            <p:cNvSpPr/>
            <p:nvPr/>
          </p:nvSpPr>
          <p:spPr>
            <a:xfrm>
              <a:off x="1602600" y="535400"/>
              <a:ext cx="20400" cy="19450"/>
            </a:xfrm>
            <a:custGeom>
              <a:rect b="b" l="l" r="r" t="t"/>
              <a:pathLst>
                <a:path extrusionOk="0" h="778" w="816">
                  <a:moveTo>
                    <a:pt x="392" y="0"/>
                  </a:moveTo>
                  <a:cubicBezTo>
                    <a:pt x="192" y="0"/>
                    <a:pt x="1" y="155"/>
                    <a:pt x="1" y="389"/>
                  </a:cubicBezTo>
                  <a:cubicBezTo>
                    <a:pt x="1" y="623"/>
                    <a:pt x="192" y="778"/>
                    <a:pt x="392" y="778"/>
                  </a:cubicBezTo>
                  <a:cubicBezTo>
                    <a:pt x="487" y="778"/>
                    <a:pt x="584" y="742"/>
                    <a:pt x="663" y="663"/>
                  </a:cubicBezTo>
                  <a:cubicBezTo>
                    <a:pt x="816" y="512"/>
                    <a:pt x="816" y="266"/>
                    <a:pt x="663" y="114"/>
                  </a:cubicBezTo>
                  <a:cubicBezTo>
                    <a:pt x="584" y="35"/>
                    <a:pt x="487" y="0"/>
                    <a:pt x="3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77"/>
            <p:cNvSpPr/>
            <p:nvPr/>
          </p:nvSpPr>
          <p:spPr>
            <a:xfrm>
              <a:off x="1563800" y="496575"/>
              <a:ext cx="20400" cy="19475"/>
            </a:xfrm>
            <a:custGeom>
              <a:rect b="b" l="l" r="r" t="t"/>
              <a:pathLst>
                <a:path extrusionOk="0" h="779" w="816">
                  <a:moveTo>
                    <a:pt x="391" y="1"/>
                  </a:moveTo>
                  <a:cubicBezTo>
                    <a:pt x="192" y="1"/>
                    <a:pt x="0" y="156"/>
                    <a:pt x="0" y="390"/>
                  </a:cubicBezTo>
                  <a:cubicBezTo>
                    <a:pt x="0" y="624"/>
                    <a:pt x="192" y="779"/>
                    <a:pt x="391" y="779"/>
                  </a:cubicBezTo>
                  <a:cubicBezTo>
                    <a:pt x="487" y="779"/>
                    <a:pt x="584" y="743"/>
                    <a:pt x="663" y="664"/>
                  </a:cubicBezTo>
                  <a:cubicBezTo>
                    <a:pt x="815" y="513"/>
                    <a:pt x="815" y="266"/>
                    <a:pt x="663" y="116"/>
                  </a:cubicBezTo>
                  <a:cubicBezTo>
                    <a:pt x="584" y="36"/>
                    <a:pt x="487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77"/>
            <p:cNvSpPr/>
            <p:nvPr/>
          </p:nvSpPr>
          <p:spPr>
            <a:xfrm>
              <a:off x="1392275" y="257900"/>
              <a:ext cx="517725" cy="496850"/>
            </a:xfrm>
            <a:custGeom>
              <a:rect b="b" l="l" r="r" t="t"/>
              <a:pathLst>
                <a:path extrusionOk="0" h="19874" w="20709">
                  <a:moveTo>
                    <a:pt x="4688" y="777"/>
                  </a:moveTo>
                  <a:cubicBezTo>
                    <a:pt x="5582" y="777"/>
                    <a:pt x="6475" y="1118"/>
                    <a:pt x="7158" y="1801"/>
                  </a:cubicBezTo>
                  <a:lnTo>
                    <a:pt x="9807" y="4449"/>
                  </a:lnTo>
                  <a:lnTo>
                    <a:pt x="4867" y="9387"/>
                  </a:lnTo>
                  <a:lnTo>
                    <a:pt x="2219" y="6740"/>
                  </a:lnTo>
                  <a:cubicBezTo>
                    <a:pt x="857" y="5379"/>
                    <a:pt x="857" y="3163"/>
                    <a:pt x="2219" y="1801"/>
                  </a:cubicBezTo>
                  <a:cubicBezTo>
                    <a:pt x="2901" y="1118"/>
                    <a:pt x="3795" y="777"/>
                    <a:pt x="4688" y="777"/>
                  </a:cubicBezTo>
                  <a:close/>
                  <a:moveTo>
                    <a:pt x="16020" y="779"/>
                  </a:moveTo>
                  <a:cubicBezTo>
                    <a:pt x="16915" y="779"/>
                    <a:pt x="17809" y="1120"/>
                    <a:pt x="18490" y="1801"/>
                  </a:cubicBezTo>
                  <a:cubicBezTo>
                    <a:pt x="19855" y="3165"/>
                    <a:pt x="19855" y="5375"/>
                    <a:pt x="18490" y="6740"/>
                  </a:cubicBezTo>
                  <a:lnTo>
                    <a:pt x="15842" y="9388"/>
                  </a:lnTo>
                  <a:lnTo>
                    <a:pt x="10903" y="4449"/>
                  </a:lnTo>
                  <a:lnTo>
                    <a:pt x="13551" y="1801"/>
                  </a:lnTo>
                  <a:cubicBezTo>
                    <a:pt x="14232" y="1120"/>
                    <a:pt x="15126" y="779"/>
                    <a:pt x="16020" y="779"/>
                  </a:cubicBezTo>
                  <a:close/>
                  <a:moveTo>
                    <a:pt x="10354" y="4997"/>
                  </a:moveTo>
                  <a:lnTo>
                    <a:pt x="15294" y="9937"/>
                  </a:lnTo>
                  <a:lnTo>
                    <a:pt x="10354" y="14876"/>
                  </a:lnTo>
                  <a:lnTo>
                    <a:pt x="5416" y="9937"/>
                  </a:lnTo>
                  <a:lnTo>
                    <a:pt x="10354" y="4997"/>
                  </a:lnTo>
                  <a:close/>
                  <a:moveTo>
                    <a:pt x="4867" y="10485"/>
                  </a:moveTo>
                  <a:lnTo>
                    <a:pt x="9807" y="15425"/>
                  </a:lnTo>
                  <a:lnTo>
                    <a:pt x="7158" y="18073"/>
                  </a:lnTo>
                  <a:cubicBezTo>
                    <a:pt x="6477" y="18754"/>
                    <a:pt x="5583" y="19094"/>
                    <a:pt x="4688" y="19094"/>
                  </a:cubicBezTo>
                  <a:cubicBezTo>
                    <a:pt x="3794" y="19094"/>
                    <a:pt x="2899" y="18754"/>
                    <a:pt x="2219" y="18073"/>
                  </a:cubicBezTo>
                  <a:cubicBezTo>
                    <a:pt x="857" y="16710"/>
                    <a:pt x="857" y="14494"/>
                    <a:pt x="2219" y="13133"/>
                  </a:cubicBezTo>
                  <a:lnTo>
                    <a:pt x="4867" y="10485"/>
                  </a:lnTo>
                  <a:close/>
                  <a:moveTo>
                    <a:pt x="15842" y="10485"/>
                  </a:moveTo>
                  <a:lnTo>
                    <a:pt x="18490" y="13133"/>
                  </a:lnTo>
                  <a:cubicBezTo>
                    <a:pt x="19852" y="14494"/>
                    <a:pt x="19852" y="16710"/>
                    <a:pt x="18490" y="18073"/>
                  </a:cubicBezTo>
                  <a:cubicBezTo>
                    <a:pt x="17809" y="18754"/>
                    <a:pt x="16915" y="19094"/>
                    <a:pt x="16020" y="19094"/>
                  </a:cubicBezTo>
                  <a:cubicBezTo>
                    <a:pt x="15126" y="19094"/>
                    <a:pt x="14231" y="18754"/>
                    <a:pt x="13550" y="18073"/>
                  </a:cubicBezTo>
                  <a:lnTo>
                    <a:pt x="10902" y="15425"/>
                  </a:lnTo>
                  <a:lnTo>
                    <a:pt x="15842" y="10485"/>
                  </a:lnTo>
                  <a:close/>
                  <a:moveTo>
                    <a:pt x="4688" y="0"/>
                  </a:moveTo>
                  <a:cubicBezTo>
                    <a:pt x="3596" y="0"/>
                    <a:pt x="2503" y="417"/>
                    <a:pt x="1669" y="1252"/>
                  </a:cubicBezTo>
                  <a:cubicBezTo>
                    <a:pt x="0" y="2920"/>
                    <a:pt x="0" y="5620"/>
                    <a:pt x="1669" y="7289"/>
                  </a:cubicBezTo>
                  <a:lnTo>
                    <a:pt x="4318" y="9937"/>
                  </a:lnTo>
                  <a:lnTo>
                    <a:pt x="1669" y="12585"/>
                  </a:lnTo>
                  <a:cubicBezTo>
                    <a:pt x="1" y="14254"/>
                    <a:pt x="0" y="16954"/>
                    <a:pt x="1669" y="18622"/>
                  </a:cubicBezTo>
                  <a:cubicBezTo>
                    <a:pt x="2503" y="19456"/>
                    <a:pt x="3596" y="19873"/>
                    <a:pt x="4688" y="19873"/>
                  </a:cubicBezTo>
                  <a:cubicBezTo>
                    <a:pt x="5780" y="19873"/>
                    <a:pt x="6872" y="19456"/>
                    <a:pt x="7706" y="18622"/>
                  </a:cubicBezTo>
                  <a:lnTo>
                    <a:pt x="10354" y="15974"/>
                  </a:lnTo>
                  <a:lnTo>
                    <a:pt x="13002" y="18622"/>
                  </a:lnTo>
                  <a:cubicBezTo>
                    <a:pt x="13836" y="19456"/>
                    <a:pt x="14929" y="19873"/>
                    <a:pt x="16021" y="19873"/>
                  </a:cubicBezTo>
                  <a:cubicBezTo>
                    <a:pt x="17113" y="19873"/>
                    <a:pt x="18206" y="19456"/>
                    <a:pt x="19040" y="18622"/>
                  </a:cubicBezTo>
                  <a:cubicBezTo>
                    <a:pt x="20708" y="16954"/>
                    <a:pt x="20708" y="14254"/>
                    <a:pt x="19040" y="12585"/>
                  </a:cubicBezTo>
                  <a:lnTo>
                    <a:pt x="16392" y="9937"/>
                  </a:lnTo>
                  <a:lnTo>
                    <a:pt x="19040" y="7289"/>
                  </a:lnTo>
                  <a:cubicBezTo>
                    <a:pt x="20708" y="5621"/>
                    <a:pt x="20708" y="2920"/>
                    <a:pt x="19040" y="1252"/>
                  </a:cubicBezTo>
                  <a:cubicBezTo>
                    <a:pt x="18206" y="417"/>
                    <a:pt x="17113" y="0"/>
                    <a:pt x="16021" y="0"/>
                  </a:cubicBezTo>
                  <a:cubicBezTo>
                    <a:pt x="14929" y="0"/>
                    <a:pt x="13836" y="417"/>
                    <a:pt x="13002" y="1252"/>
                  </a:cubicBezTo>
                  <a:lnTo>
                    <a:pt x="10354" y="3900"/>
                  </a:lnTo>
                  <a:lnTo>
                    <a:pt x="7706" y="1252"/>
                  </a:lnTo>
                  <a:cubicBezTo>
                    <a:pt x="6872" y="417"/>
                    <a:pt x="5780" y="0"/>
                    <a:pt x="4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77"/>
            <p:cNvSpPr/>
            <p:nvPr/>
          </p:nvSpPr>
          <p:spPr>
            <a:xfrm>
              <a:off x="1777500" y="346925"/>
              <a:ext cx="85500" cy="114375"/>
            </a:xfrm>
            <a:custGeom>
              <a:rect b="b" l="l" r="r" t="t"/>
              <a:pathLst>
                <a:path extrusionOk="0" h="4575" w="3420">
                  <a:moveTo>
                    <a:pt x="2917" y="1"/>
                  </a:moveTo>
                  <a:cubicBezTo>
                    <a:pt x="2900" y="1"/>
                    <a:pt x="2883" y="2"/>
                    <a:pt x="2865" y="4"/>
                  </a:cubicBezTo>
                  <a:cubicBezTo>
                    <a:pt x="2650" y="33"/>
                    <a:pt x="2499" y="234"/>
                    <a:pt x="2533" y="448"/>
                  </a:cubicBezTo>
                  <a:cubicBezTo>
                    <a:pt x="2617" y="1049"/>
                    <a:pt x="2413" y="1654"/>
                    <a:pt x="1983" y="2082"/>
                  </a:cubicBezTo>
                  <a:lnTo>
                    <a:pt x="160" y="3906"/>
                  </a:lnTo>
                  <a:cubicBezTo>
                    <a:pt x="3" y="4057"/>
                    <a:pt x="1" y="4307"/>
                    <a:pt x="153" y="4460"/>
                  </a:cubicBezTo>
                  <a:cubicBezTo>
                    <a:pt x="230" y="4536"/>
                    <a:pt x="329" y="4574"/>
                    <a:pt x="429" y="4574"/>
                  </a:cubicBezTo>
                  <a:cubicBezTo>
                    <a:pt x="531" y="4574"/>
                    <a:pt x="632" y="4534"/>
                    <a:pt x="708" y="4455"/>
                  </a:cubicBezTo>
                  <a:lnTo>
                    <a:pt x="2533" y="2631"/>
                  </a:lnTo>
                  <a:cubicBezTo>
                    <a:pt x="3134" y="2032"/>
                    <a:pt x="3419" y="1185"/>
                    <a:pt x="3302" y="345"/>
                  </a:cubicBezTo>
                  <a:cubicBezTo>
                    <a:pt x="3279" y="147"/>
                    <a:pt x="3111" y="1"/>
                    <a:pt x="29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8"/>
          <p:cNvSpPr txBox="1"/>
          <p:nvPr>
            <p:ph type="title"/>
          </p:nvPr>
        </p:nvSpPr>
        <p:spPr>
          <a:xfrm>
            <a:off x="627450" y="389350"/>
            <a:ext cx="659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"/>
              <a:t>Melissa Akatuka – Scrum Master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88" name="Google Shape;888;p78"/>
          <p:cNvSpPr txBox="1"/>
          <p:nvPr>
            <p:ph idx="2" type="title"/>
          </p:nvPr>
        </p:nvSpPr>
        <p:spPr>
          <a:xfrm>
            <a:off x="1153438" y="204295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1</a:t>
            </a:r>
            <a:endParaRPr/>
          </a:p>
        </p:txBody>
      </p:sp>
      <p:sp>
        <p:nvSpPr>
          <p:cNvPr id="889" name="Google Shape;889;p78"/>
          <p:cNvSpPr txBox="1"/>
          <p:nvPr>
            <p:ph idx="1" type="subTitle"/>
          </p:nvPr>
        </p:nvSpPr>
        <p:spPr>
          <a:xfrm>
            <a:off x="1153438" y="239490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Ajuste dos INSERTS para o BD integrado</a:t>
            </a:r>
            <a:endParaRPr/>
          </a:p>
        </p:txBody>
      </p:sp>
      <p:sp>
        <p:nvSpPr>
          <p:cNvPr id="890" name="Google Shape;890;p78"/>
          <p:cNvSpPr txBox="1"/>
          <p:nvPr>
            <p:ph idx="3" type="title"/>
          </p:nvPr>
        </p:nvSpPr>
        <p:spPr>
          <a:xfrm>
            <a:off x="3085612" y="2042975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2</a:t>
            </a:r>
            <a:endParaRPr/>
          </a:p>
        </p:txBody>
      </p:sp>
      <p:sp>
        <p:nvSpPr>
          <p:cNvPr id="891" name="Google Shape;891;p78"/>
          <p:cNvSpPr txBox="1"/>
          <p:nvPr>
            <p:ph idx="4" type="subTitle"/>
          </p:nvPr>
        </p:nvSpPr>
        <p:spPr>
          <a:xfrm>
            <a:off x="3085612" y="2394925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Adaptação do Código para o CodeIgniter</a:t>
            </a:r>
            <a:endParaRPr/>
          </a:p>
        </p:txBody>
      </p:sp>
      <p:sp>
        <p:nvSpPr>
          <p:cNvPr id="892" name="Google Shape;892;p78"/>
          <p:cNvSpPr txBox="1"/>
          <p:nvPr>
            <p:ph idx="7" type="title"/>
          </p:nvPr>
        </p:nvSpPr>
        <p:spPr>
          <a:xfrm>
            <a:off x="3038147" y="3974338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</p:txBody>
      </p:sp>
      <p:sp>
        <p:nvSpPr>
          <p:cNvPr id="893" name="Google Shape;893;p78"/>
          <p:cNvSpPr txBox="1"/>
          <p:nvPr>
            <p:ph idx="8" type="subTitle"/>
          </p:nvPr>
        </p:nvSpPr>
        <p:spPr>
          <a:xfrm>
            <a:off x="2451252" y="4184800"/>
            <a:ext cx="2992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Alinhamento entre os módulos, mapeamento de casos de uso com INSERT faltantes e primeiro contato com o framework</a:t>
            </a:r>
            <a:endParaRPr/>
          </a:p>
        </p:txBody>
      </p:sp>
      <p:sp>
        <p:nvSpPr>
          <p:cNvPr id="894" name="Google Shape;894;p78"/>
          <p:cNvSpPr/>
          <p:nvPr/>
        </p:nvSpPr>
        <p:spPr>
          <a:xfrm>
            <a:off x="3618725" y="125612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78"/>
          <p:cNvSpPr/>
          <p:nvPr/>
        </p:nvSpPr>
        <p:spPr>
          <a:xfrm>
            <a:off x="3571188" y="3187513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78"/>
          <p:cNvSpPr/>
          <p:nvPr/>
        </p:nvSpPr>
        <p:spPr>
          <a:xfrm>
            <a:off x="1686538" y="1256114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78"/>
          <p:cNvSpPr/>
          <p:nvPr/>
        </p:nvSpPr>
        <p:spPr>
          <a:xfrm>
            <a:off x="3666762" y="3259201"/>
            <a:ext cx="438664" cy="400611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8" name="Google Shape;898;p78"/>
          <p:cNvGrpSpPr/>
          <p:nvPr/>
        </p:nvGrpSpPr>
        <p:grpSpPr>
          <a:xfrm>
            <a:off x="3745877" y="1352670"/>
            <a:ext cx="375376" cy="375779"/>
            <a:chOff x="3539102" y="2427549"/>
            <a:chExt cx="355099" cy="355481"/>
          </a:xfrm>
        </p:grpSpPr>
        <p:sp>
          <p:nvSpPr>
            <p:cNvPr id="899" name="Google Shape;899;p78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78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1" name="Google Shape;901;p78"/>
          <p:cNvGrpSpPr/>
          <p:nvPr/>
        </p:nvGrpSpPr>
        <p:grpSpPr>
          <a:xfrm>
            <a:off x="1843339" y="1413501"/>
            <a:ext cx="316093" cy="314916"/>
            <a:chOff x="5355784" y="3834547"/>
            <a:chExt cx="299019" cy="297905"/>
          </a:xfrm>
        </p:grpSpPr>
        <p:sp>
          <p:nvSpPr>
            <p:cNvPr id="902" name="Google Shape;902;p78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78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78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78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06" name="Google Shape;906;p78"/>
          <p:cNvCxnSpPr/>
          <p:nvPr/>
        </p:nvCxnSpPr>
        <p:spPr>
          <a:xfrm>
            <a:off x="916600" y="962050"/>
            <a:ext cx="6061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7" name="Google Shape;907;p78"/>
          <p:cNvSpPr txBox="1"/>
          <p:nvPr>
            <p:ph idx="2" type="title"/>
          </p:nvPr>
        </p:nvSpPr>
        <p:spPr>
          <a:xfrm>
            <a:off x="5034100" y="1993375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3</a:t>
            </a:r>
            <a:endParaRPr/>
          </a:p>
        </p:txBody>
      </p:sp>
      <p:sp>
        <p:nvSpPr>
          <p:cNvPr id="908" name="Google Shape;908;p78"/>
          <p:cNvSpPr txBox="1"/>
          <p:nvPr>
            <p:ph idx="1" type="subTitle"/>
          </p:nvPr>
        </p:nvSpPr>
        <p:spPr>
          <a:xfrm>
            <a:off x="4781509" y="2288725"/>
            <a:ext cx="2201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Acompanhamento do status das atividades do módulo como Scrum Master</a:t>
            </a:r>
            <a:endParaRPr/>
          </a:p>
        </p:txBody>
      </p:sp>
      <p:sp>
        <p:nvSpPr>
          <p:cNvPr id="909" name="Google Shape;909;p78"/>
          <p:cNvSpPr/>
          <p:nvPr/>
        </p:nvSpPr>
        <p:spPr>
          <a:xfrm>
            <a:off x="5567200" y="1206539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0" name="Google Shape;910;p78"/>
          <p:cNvGrpSpPr/>
          <p:nvPr/>
        </p:nvGrpSpPr>
        <p:grpSpPr>
          <a:xfrm>
            <a:off x="5724002" y="1363926"/>
            <a:ext cx="316093" cy="314916"/>
            <a:chOff x="5355784" y="3834547"/>
            <a:chExt cx="299019" cy="297905"/>
          </a:xfrm>
        </p:grpSpPr>
        <p:sp>
          <p:nvSpPr>
            <p:cNvPr id="911" name="Google Shape;911;p78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78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78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78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79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Sarah Godoy</a:t>
            </a:r>
            <a:r>
              <a:rPr lang="en"/>
              <a:t> – Analista / Testador</a:t>
            </a:r>
            <a:endParaRPr/>
          </a:p>
        </p:txBody>
      </p:sp>
      <p:sp>
        <p:nvSpPr>
          <p:cNvPr id="920" name="Google Shape;920;p79"/>
          <p:cNvSpPr txBox="1"/>
          <p:nvPr>
            <p:ph idx="2" type="title"/>
          </p:nvPr>
        </p:nvSpPr>
        <p:spPr>
          <a:xfrm>
            <a:off x="756425" y="27093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1</a:t>
            </a:r>
            <a:endParaRPr/>
          </a:p>
        </p:txBody>
      </p:sp>
      <p:sp>
        <p:nvSpPr>
          <p:cNvPr id="921" name="Google Shape;921;p79"/>
          <p:cNvSpPr txBox="1"/>
          <p:nvPr>
            <p:ph idx="3" type="title"/>
          </p:nvPr>
        </p:nvSpPr>
        <p:spPr>
          <a:xfrm>
            <a:off x="2673524" y="27093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2</a:t>
            </a:r>
            <a:endParaRPr/>
          </a:p>
        </p:txBody>
      </p:sp>
      <p:sp>
        <p:nvSpPr>
          <p:cNvPr id="922" name="Google Shape;922;p79"/>
          <p:cNvSpPr txBox="1"/>
          <p:nvPr>
            <p:ph idx="4" type="subTitle"/>
          </p:nvPr>
        </p:nvSpPr>
        <p:spPr>
          <a:xfrm>
            <a:off x="2673524" y="30612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Ajustes e criação de tarefas no kanboard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23" name="Google Shape;923;p79"/>
          <p:cNvSpPr txBox="1"/>
          <p:nvPr>
            <p:ph idx="5" type="title"/>
          </p:nvPr>
        </p:nvSpPr>
        <p:spPr>
          <a:xfrm>
            <a:off x="4590623" y="27093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3</a:t>
            </a:r>
            <a:endParaRPr/>
          </a:p>
        </p:txBody>
      </p:sp>
      <p:sp>
        <p:nvSpPr>
          <p:cNvPr id="924" name="Google Shape;924;p79"/>
          <p:cNvSpPr txBox="1"/>
          <p:nvPr>
            <p:ph idx="6" type="subTitle"/>
          </p:nvPr>
        </p:nvSpPr>
        <p:spPr>
          <a:xfrm>
            <a:off x="4590623" y="30612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Estudos de ferramentas de integração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25" name="Google Shape;925;p79"/>
          <p:cNvSpPr txBox="1"/>
          <p:nvPr>
            <p:ph idx="7" type="title"/>
          </p:nvPr>
        </p:nvSpPr>
        <p:spPr>
          <a:xfrm>
            <a:off x="6507722" y="27093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</p:txBody>
      </p:sp>
      <p:sp>
        <p:nvSpPr>
          <p:cNvPr id="926" name="Google Shape;926;p79"/>
          <p:cNvSpPr txBox="1"/>
          <p:nvPr>
            <p:ph idx="8" type="subTitle"/>
          </p:nvPr>
        </p:nvSpPr>
        <p:spPr>
          <a:xfrm>
            <a:off x="6507722" y="30612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Comunicação e ociosidade</a:t>
            </a:r>
            <a:endParaRPr/>
          </a:p>
        </p:txBody>
      </p:sp>
      <p:sp>
        <p:nvSpPr>
          <p:cNvPr id="927" name="Google Shape;927;p79"/>
          <p:cNvSpPr/>
          <p:nvPr/>
        </p:nvSpPr>
        <p:spPr>
          <a:xfrm>
            <a:off x="3206638" y="192245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79"/>
          <p:cNvSpPr/>
          <p:nvPr/>
        </p:nvSpPr>
        <p:spPr>
          <a:xfrm>
            <a:off x="5107888" y="19224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79"/>
          <p:cNvSpPr/>
          <p:nvPr/>
        </p:nvSpPr>
        <p:spPr>
          <a:xfrm>
            <a:off x="7040763" y="19224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0" name="Google Shape;930;p79"/>
          <p:cNvGrpSpPr/>
          <p:nvPr/>
        </p:nvGrpSpPr>
        <p:grpSpPr>
          <a:xfrm>
            <a:off x="5239051" y="2039848"/>
            <a:ext cx="399028" cy="354920"/>
            <a:chOff x="854261" y="2908813"/>
            <a:chExt cx="377474" cy="335748"/>
          </a:xfrm>
        </p:grpSpPr>
        <p:sp>
          <p:nvSpPr>
            <p:cNvPr id="931" name="Google Shape;931;p79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79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79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79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79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6" name="Google Shape;936;p79"/>
          <p:cNvSpPr/>
          <p:nvPr/>
        </p:nvSpPr>
        <p:spPr>
          <a:xfrm>
            <a:off x="1289525" y="1922464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79"/>
          <p:cNvSpPr/>
          <p:nvPr/>
        </p:nvSpPr>
        <p:spPr>
          <a:xfrm>
            <a:off x="7136337" y="1994164"/>
            <a:ext cx="438664" cy="400611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8" name="Google Shape;938;p79"/>
          <p:cNvGrpSpPr/>
          <p:nvPr/>
        </p:nvGrpSpPr>
        <p:grpSpPr>
          <a:xfrm>
            <a:off x="3333790" y="2018995"/>
            <a:ext cx="375376" cy="375779"/>
            <a:chOff x="3539102" y="2427549"/>
            <a:chExt cx="355099" cy="355481"/>
          </a:xfrm>
        </p:grpSpPr>
        <p:sp>
          <p:nvSpPr>
            <p:cNvPr id="939" name="Google Shape;939;p79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79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1" name="Google Shape;941;p79"/>
          <p:cNvGrpSpPr/>
          <p:nvPr/>
        </p:nvGrpSpPr>
        <p:grpSpPr>
          <a:xfrm>
            <a:off x="1446327" y="2079851"/>
            <a:ext cx="316093" cy="314916"/>
            <a:chOff x="5355784" y="3834547"/>
            <a:chExt cx="299019" cy="297905"/>
          </a:xfrm>
        </p:grpSpPr>
        <p:sp>
          <p:nvSpPr>
            <p:cNvPr id="942" name="Google Shape;942;p79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79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79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79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46" name="Google Shape;946;p79"/>
          <p:cNvCxnSpPr/>
          <p:nvPr/>
        </p:nvCxnSpPr>
        <p:spPr>
          <a:xfrm>
            <a:off x="916600" y="962050"/>
            <a:ext cx="5944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7" name="Google Shape;947;p79"/>
          <p:cNvSpPr txBox="1"/>
          <p:nvPr>
            <p:ph idx="4" type="subTitle"/>
          </p:nvPr>
        </p:nvSpPr>
        <p:spPr>
          <a:xfrm>
            <a:off x="818249" y="30612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Estudos de ferramentas de banco de dados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80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Felipe José</a:t>
            </a:r>
            <a:r>
              <a:rPr lang="en"/>
              <a:t> – Desenvolvedor / DBA</a:t>
            </a:r>
            <a:endParaRPr/>
          </a:p>
        </p:txBody>
      </p:sp>
      <p:sp>
        <p:nvSpPr>
          <p:cNvPr id="953" name="Google Shape;953;p80"/>
          <p:cNvSpPr txBox="1"/>
          <p:nvPr>
            <p:ph idx="2" type="title"/>
          </p:nvPr>
        </p:nvSpPr>
        <p:spPr>
          <a:xfrm>
            <a:off x="916600" y="2256375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1</a:t>
            </a:r>
            <a:endParaRPr/>
          </a:p>
        </p:txBody>
      </p:sp>
      <p:sp>
        <p:nvSpPr>
          <p:cNvPr id="954" name="Google Shape;954;p80"/>
          <p:cNvSpPr txBox="1"/>
          <p:nvPr>
            <p:ph idx="1" type="subTitle"/>
          </p:nvPr>
        </p:nvSpPr>
        <p:spPr>
          <a:xfrm>
            <a:off x="916600" y="2608325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Ajudar na escolha do f</a:t>
            </a:r>
            <a:r>
              <a:rPr lang="en"/>
              <a:t>ramework para o projeto</a:t>
            </a:r>
            <a:endParaRPr/>
          </a:p>
        </p:txBody>
      </p:sp>
      <p:sp>
        <p:nvSpPr>
          <p:cNvPr id="955" name="Google Shape;955;p80"/>
          <p:cNvSpPr txBox="1"/>
          <p:nvPr>
            <p:ph idx="3" type="title"/>
          </p:nvPr>
        </p:nvSpPr>
        <p:spPr>
          <a:xfrm>
            <a:off x="2705724" y="22564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2</a:t>
            </a:r>
            <a:endParaRPr/>
          </a:p>
        </p:txBody>
      </p:sp>
      <p:sp>
        <p:nvSpPr>
          <p:cNvPr id="956" name="Google Shape;956;p80"/>
          <p:cNvSpPr txBox="1"/>
          <p:nvPr>
            <p:ph idx="4" type="subTitle"/>
          </p:nvPr>
        </p:nvSpPr>
        <p:spPr>
          <a:xfrm>
            <a:off x="2705724" y="26083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Estudar a documentação do CodeIgniter </a:t>
            </a:r>
            <a:endParaRPr/>
          </a:p>
        </p:txBody>
      </p:sp>
      <p:sp>
        <p:nvSpPr>
          <p:cNvPr id="957" name="Google Shape;957;p80"/>
          <p:cNvSpPr txBox="1"/>
          <p:nvPr>
            <p:ph idx="5" type="title"/>
          </p:nvPr>
        </p:nvSpPr>
        <p:spPr>
          <a:xfrm>
            <a:off x="4474511" y="2256375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3</a:t>
            </a:r>
            <a:endParaRPr/>
          </a:p>
        </p:txBody>
      </p:sp>
      <p:sp>
        <p:nvSpPr>
          <p:cNvPr id="958" name="Google Shape;958;p80"/>
          <p:cNvSpPr txBox="1"/>
          <p:nvPr>
            <p:ph idx="6" type="subTitle"/>
          </p:nvPr>
        </p:nvSpPr>
        <p:spPr>
          <a:xfrm>
            <a:off x="4474511" y="2608325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Adaptação do código para o CodeIgniter</a:t>
            </a:r>
            <a:endParaRPr/>
          </a:p>
        </p:txBody>
      </p:sp>
      <p:sp>
        <p:nvSpPr>
          <p:cNvPr id="959" name="Google Shape;959;p80"/>
          <p:cNvSpPr/>
          <p:nvPr/>
        </p:nvSpPr>
        <p:spPr>
          <a:xfrm>
            <a:off x="3238838" y="146955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80"/>
          <p:cNvSpPr/>
          <p:nvPr/>
        </p:nvSpPr>
        <p:spPr>
          <a:xfrm>
            <a:off x="4991776" y="146955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1" name="Google Shape;961;p80"/>
          <p:cNvGrpSpPr/>
          <p:nvPr/>
        </p:nvGrpSpPr>
        <p:grpSpPr>
          <a:xfrm>
            <a:off x="5122939" y="1586923"/>
            <a:ext cx="399028" cy="354920"/>
            <a:chOff x="854261" y="2908813"/>
            <a:chExt cx="377474" cy="335748"/>
          </a:xfrm>
        </p:grpSpPr>
        <p:sp>
          <p:nvSpPr>
            <p:cNvPr id="962" name="Google Shape;962;p80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80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80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80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80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7" name="Google Shape;967;p80"/>
          <p:cNvSpPr/>
          <p:nvPr/>
        </p:nvSpPr>
        <p:spPr>
          <a:xfrm>
            <a:off x="1449700" y="1469539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8" name="Google Shape;968;p80"/>
          <p:cNvGrpSpPr/>
          <p:nvPr/>
        </p:nvGrpSpPr>
        <p:grpSpPr>
          <a:xfrm>
            <a:off x="3365990" y="1566095"/>
            <a:ext cx="375376" cy="375779"/>
            <a:chOff x="3539102" y="2427549"/>
            <a:chExt cx="355099" cy="355481"/>
          </a:xfrm>
        </p:grpSpPr>
        <p:sp>
          <p:nvSpPr>
            <p:cNvPr id="969" name="Google Shape;969;p80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80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1" name="Google Shape;971;p80"/>
          <p:cNvGrpSpPr/>
          <p:nvPr/>
        </p:nvGrpSpPr>
        <p:grpSpPr>
          <a:xfrm>
            <a:off x="1606502" y="1626926"/>
            <a:ext cx="316093" cy="314916"/>
            <a:chOff x="5355784" y="3834547"/>
            <a:chExt cx="299019" cy="297905"/>
          </a:xfrm>
        </p:grpSpPr>
        <p:sp>
          <p:nvSpPr>
            <p:cNvPr id="972" name="Google Shape;972;p80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80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80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80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76" name="Google Shape;976;p80"/>
          <p:cNvCxnSpPr/>
          <p:nvPr/>
        </p:nvCxnSpPr>
        <p:spPr>
          <a:xfrm>
            <a:off x="916600" y="962050"/>
            <a:ext cx="6061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7" name="Google Shape;977;p80"/>
          <p:cNvSpPr txBox="1"/>
          <p:nvPr>
            <p:ph idx="2" type="title"/>
          </p:nvPr>
        </p:nvSpPr>
        <p:spPr>
          <a:xfrm>
            <a:off x="6384575" y="2256375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4</a:t>
            </a:r>
            <a:endParaRPr/>
          </a:p>
        </p:txBody>
      </p:sp>
      <p:sp>
        <p:nvSpPr>
          <p:cNvPr id="978" name="Google Shape;978;p80"/>
          <p:cNvSpPr txBox="1"/>
          <p:nvPr>
            <p:ph idx="1" type="subTitle"/>
          </p:nvPr>
        </p:nvSpPr>
        <p:spPr>
          <a:xfrm>
            <a:off x="6384575" y="2608325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Ensinar novo integrante a utilizar as ferramentas do projeto</a:t>
            </a:r>
            <a:endParaRPr/>
          </a:p>
        </p:txBody>
      </p:sp>
      <p:sp>
        <p:nvSpPr>
          <p:cNvPr id="979" name="Google Shape;979;p80"/>
          <p:cNvSpPr/>
          <p:nvPr/>
        </p:nvSpPr>
        <p:spPr>
          <a:xfrm>
            <a:off x="6917675" y="1469539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0" name="Google Shape;980;p80"/>
          <p:cNvGrpSpPr/>
          <p:nvPr/>
        </p:nvGrpSpPr>
        <p:grpSpPr>
          <a:xfrm>
            <a:off x="7074477" y="1626926"/>
            <a:ext cx="316093" cy="314916"/>
            <a:chOff x="5355784" y="3834547"/>
            <a:chExt cx="299019" cy="297905"/>
          </a:xfrm>
        </p:grpSpPr>
        <p:sp>
          <p:nvSpPr>
            <p:cNvPr id="981" name="Google Shape;981;p80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80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80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80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5" name="Google Shape;985;p80"/>
          <p:cNvSpPr txBox="1"/>
          <p:nvPr>
            <p:ph idx="7" type="title"/>
          </p:nvPr>
        </p:nvSpPr>
        <p:spPr>
          <a:xfrm>
            <a:off x="3432872" y="4140438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</p:txBody>
      </p:sp>
      <p:sp>
        <p:nvSpPr>
          <p:cNvPr id="986" name="Google Shape;986;p80"/>
          <p:cNvSpPr txBox="1"/>
          <p:nvPr>
            <p:ph idx="8" type="subTitle"/>
          </p:nvPr>
        </p:nvSpPr>
        <p:spPr>
          <a:xfrm>
            <a:off x="2845977" y="4350900"/>
            <a:ext cx="2992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Entender o funcionamento do framework e suas novas funções</a:t>
            </a:r>
            <a:endParaRPr/>
          </a:p>
        </p:txBody>
      </p:sp>
      <p:sp>
        <p:nvSpPr>
          <p:cNvPr id="987" name="Google Shape;987;p80"/>
          <p:cNvSpPr/>
          <p:nvPr/>
        </p:nvSpPr>
        <p:spPr>
          <a:xfrm>
            <a:off x="3965913" y="3353614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80"/>
          <p:cNvSpPr/>
          <p:nvPr/>
        </p:nvSpPr>
        <p:spPr>
          <a:xfrm>
            <a:off x="4061487" y="3425302"/>
            <a:ext cx="438664" cy="400611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81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Lucas Borgo</a:t>
            </a:r>
            <a:r>
              <a:rPr lang="en"/>
              <a:t> – Desenvolvedor / DBA</a:t>
            </a:r>
            <a:endParaRPr/>
          </a:p>
        </p:txBody>
      </p:sp>
      <p:sp>
        <p:nvSpPr>
          <p:cNvPr id="994" name="Google Shape;994;p81"/>
          <p:cNvSpPr txBox="1"/>
          <p:nvPr>
            <p:ph idx="2" type="title"/>
          </p:nvPr>
        </p:nvSpPr>
        <p:spPr>
          <a:xfrm>
            <a:off x="664450" y="27871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1</a:t>
            </a:r>
            <a:endParaRPr/>
          </a:p>
        </p:txBody>
      </p:sp>
      <p:sp>
        <p:nvSpPr>
          <p:cNvPr id="995" name="Google Shape;995;p81"/>
          <p:cNvSpPr txBox="1"/>
          <p:nvPr>
            <p:ph idx="1" type="subTitle"/>
          </p:nvPr>
        </p:nvSpPr>
        <p:spPr>
          <a:xfrm>
            <a:off x="664450" y="31390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Estudo do projeto e auxílio na organização das tarefas iniciais no Kanboard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96" name="Google Shape;996;p81"/>
          <p:cNvSpPr txBox="1"/>
          <p:nvPr>
            <p:ph idx="3" type="title"/>
          </p:nvPr>
        </p:nvSpPr>
        <p:spPr>
          <a:xfrm>
            <a:off x="2581549" y="27871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2</a:t>
            </a:r>
            <a:endParaRPr/>
          </a:p>
        </p:txBody>
      </p:sp>
      <p:sp>
        <p:nvSpPr>
          <p:cNvPr id="997" name="Google Shape;997;p81"/>
          <p:cNvSpPr txBox="1"/>
          <p:nvPr>
            <p:ph idx="4" type="subTitle"/>
          </p:nvPr>
        </p:nvSpPr>
        <p:spPr>
          <a:xfrm>
            <a:off x="2581549" y="31390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Estudo do framework CodeIgniter e suas funcionalidades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998" name="Google Shape;998;p81"/>
          <p:cNvSpPr txBox="1"/>
          <p:nvPr>
            <p:ph idx="5" type="title"/>
          </p:nvPr>
        </p:nvSpPr>
        <p:spPr>
          <a:xfrm>
            <a:off x="4498648" y="27871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3</a:t>
            </a:r>
            <a:endParaRPr/>
          </a:p>
        </p:txBody>
      </p:sp>
      <p:sp>
        <p:nvSpPr>
          <p:cNvPr id="999" name="Google Shape;999;p81"/>
          <p:cNvSpPr txBox="1"/>
          <p:nvPr>
            <p:ph idx="6" type="subTitle"/>
          </p:nvPr>
        </p:nvSpPr>
        <p:spPr>
          <a:xfrm>
            <a:off x="4498648" y="31390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Adaptação do Código para o CodeIgniter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00" name="Google Shape;1000;p81"/>
          <p:cNvSpPr txBox="1"/>
          <p:nvPr>
            <p:ph idx="7" type="title"/>
          </p:nvPr>
        </p:nvSpPr>
        <p:spPr>
          <a:xfrm>
            <a:off x="6415747" y="27871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</p:txBody>
      </p:sp>
      <p:sp>
        <p:nvSpPr>
          <p:cNvPr id="1001" name="Google Shape;1001;p81"/>
          <p:cNvSpPr txBox="1"/>
          <p:nvPr>
            <p:ph idx="8" type="subTitle"/>
          </p:nvPr>
        </p:nvSpPr>
        <p:spPr>
          <a:xfrm>
            <a:off x="6415747" y="31390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Adaptação ao projeto em andamento, à linguagem de programação PHP e ao framework CodeIgniter.</a:t>
            </a:r>
            <a:endParaRPr/>
          </a:p>
        </p:txBody>
      </p:sp>
      <p:sp>
        <p:nvSpPr>
          <p:cNvPr id="1002" name="Google Shape;1002;p81"/>
          <p:cNvSpPr/>
          <p:nvPr/>
        </p:nvSpPr>
        <p:spPr>
          <a:xfrm>
            <a:off x="3114663" y="200025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81"/>
          <p:cNvSpPr/>
          <p:nvPr/>
        </p:nvSpPr>
        <p:spPr>
          <a:xfrm>
            <a:off x="5015913" y="20002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81"/>
          <p:cNvSpPr/>
          <p:nvPr/>
        </p:nvSpPr>
        <p:spPr>
          <a:xfrm>
            <a:off x="6948788" y="20002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5" name="Google Shape;1005;p81"/>
          <p:cNvGrpSpPr/>
          <p:nvPr/>
        </p:nvGrpSpPr>
        <p:grpSpPr>
          <a:xfrm>
            <a:off x="5147076" y="2117648"/>
            <a:ext cx="399028" cy="354920"/>
            <a:chOff x="854261" y="2908813"/>
            <a:chExt cx="377474" cy="335748"/>
          </a:xfrm>
        </p:grpSpPr>
        <p:sp>
          <p:nvSpPr>
            <p:cNvPr id="1006" name="Google Shape;1006;p81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81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81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81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81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1" name="Google Shape;1011;p81"/>
          <p:cNvSpPr/>
          <p:nvPr/>
        </p:nvSpPr>
        <p:spPr>
          <a:xfrm>
            <a:off x="1197550" y="2000264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81"/>
          <p:cNvSpPr/>
          <p:nvPr/>
        </p:nvSpPr>
        <p:spPr>
          <a:xfrm>
            <a:off x="7044362" y="2071964"/>
            <a:ext cx="438664" cy="400611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3" name="Google Shape;1013;p81"/>
          <p:cNvGrpSpPr/>
          <p:nvPr/>
        </p:nvGrpSpPr>
        <p:grpSpPr>
          <a:xfrm>
            <a:off x="3241815" y="2096795"/>
            <a:ext cx="375376" cy="375779"/>
            <a:chOff x="3539102" y="2427549"/>
            <a:chExt cx="355099" cy="355481"/>
          </a:xfrm>
        </p:grpSpPr>
        <p:sp>
          <p:nvSpPr>
            <p:cNvPr id="1014" name="Google Shape;1014;p81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81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6" name="Google Shape;1016;p81"/>
          <p:cNvGrpSpPr/>
          <p:nvPr/>
        </p:nvGrpSpPr>
        <p:grpSpPr>
          <a:xfrm>
            <a:off x="1354352" y="2157651"/>
            <a:ext cx="316093" cy="314916"/>
            <a:chOff x="5355784" y="3834547"/>
            <a:chExt cx="299019" cy="297905"/>
          </a:xfrm>
        </p:grpSpPr>
        <p:sp>
          <p:nvSpPr>
            <p:cNvPr id="1017" name="Google Shape;1017;p81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81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81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81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21" name="Google Shape;1021;p81"/>
          <p:cNvCxnSpPr/>
          <p:nvPr/>
        </p:nvCxnSpPr>
        <p:spPr>
          <a:xfrm>
            <a:off x="916600" y="962050"/>
            <a:ext cx="70173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82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Roberto Barbosa</a:t>
            </a:r>
            <a:r>
              <a:rPr lang="en"/>
              <a:t> – </a:t>
            </a:r>
            <a:r>
              <a:rPr lang="en"/>
              <a:t>Desenvolvedor / DBA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1027" name="Google Shape;1027;p82"/>
          <p:cNvSpPr txBox="1"/>
          <p:nvPr>
            <p:ph idx="2" type="title"/>
          </p:nvPr>
        </p:nvSpPr>
        <p:spPr>
          <a:xfrm>
            <a:off x="515875" y="26456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1</a:t>
            </a:r>
            <a:endParaRPr/>
          </a:p>
        </p:txBody>
      </p:sp>
      <p:sp>
        <p:nvSpPr>
          <p:cNvPr id="1028" name="Google Shape;1028;p82"/>
          <p:cNvSpPr txBox="1"/>
          <p:nvPr>
            <p:ph idx="1" type="subTitle"/>
          </p:nvPr>
        </p:nvSpPr>
        <p:spPr>
          <a:xfrm>
            <a:off x="515875" y="29975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Estudar o Bootstrap e entender como ele se adapta à realidade do projeto</a:t>
            </a:r>
            <a:endParaRPr/>
          </a:p>
        </p:txBody>
      </p:sp>
      <p:sp>
        <p:nvSpPr>
          <p:cNvPr id="1029" name="Google Shape;1029;p82"/>
          <p:cNvSpPr txBox="1"/>
          <p:nvPr>
            <p:ph idx="3" type="title"/>
          </p:nvPr>
        </p:nvSpPr>
        <p:spPr>
          <a:xfrm>
            <a:off x="2432974" y="26456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2</a:t>
            </a:r>
            <a:endParaRPr/>
          </a:p>
        </p:txBody>
      </p:sp>
      <p:sp>
        <p:nvSpPr>
          <p:cNvPr id="1030" name="Google Shape;1030;p82"/>
          <p:cNvSpPr txBox="1"/>
          <p:nvPr>
            <p:ph idx="4" type="subTitle"/>
          </p:nvPr>
        </p:nvSpPr>
        <p:spPr>
          <a:xfrm>
            <a:off x="2432974" y="29975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Desenvolver o exemplo do projeto adaptado e </a:t>
            </a:r>
            <a:r>
              <a:rPr lang="en"/>
              <a:t>apresentá-lo</a:t>
            </a:r>
            <a:r>
              <a:rPr lang="en"/>
              <a:t> para a turma</a:t>
            </a:r>
            <a:endParaRPr/>
          </a:p>
        </p:txBody>
      </p:sp>
      <p:sp>
        <p:nvSpPr>
          <p:cNvPr id="1031" name="Google Shape;1031;p82"/>
          <p:cNvSpPr txBox="1"/>
          <p:nvPr>
            <p:ph idx="5" type="title"/>
          </p:nvPr>
        </p:nvSpPr>
        <p:spPr>
          <a:xfrm>
            <a:off x="4350073" y="26456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3</a:t>
            </a:r>
            <a:endParaRPr/>
          </a:p>
        </p:txBody>
      </p:sp>
      <p:sp>
        <p:nvSpPr>
          <p:cNvPr id="1032" name="Google Shape;1032;p82"/>
          <p:cNvSpPr txBox="1"/>
          <p:nvPr>
            <p:ph idx="6" type="subTitle"/>
          </p:nvPr>
        </p:nvSpPr>
        <p:spPr>
          <a:xfrm>
            <a:off x="4350073" y="29975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Finalizar a adaptação do projeto ao novo modelo do Bootstrap</a:t>
            </a:r>
            <a:endParaRPr/>
          </a:p>
        </p:txBody>
      </p:sp>
      <p:sp>
        <p:nvSpPr>
          <p:cNvPr id="1033" name="Google Shape;1033;p82"/>
          <p:cNvSpPr txBox="1"/>
          <p:nvPr>
            <p:ph idx="7" type="title"/>
          </p:nvPr>
        </p:nvSpPr>
        <p:spPr>
          <a:xfrm>
            <a:off x="6267172" y="26456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</p:txBody>
      </p:sp>
      <p:sp>
        <p:nvSpPr>
          <p:cNvPr id="1034" name="Google Shape;1034;p82"/>
          <p:cNvSpPr txBox="1"/>
          <p:nvPr>
            <p:ph idx="8" type="subTitle"/>
          </p:nvPr>
        </p:nvSpPr>
        <p:spPr>
          <a:xfrm>
            <a:off x="6267175" y="2997550"/>
            <a:ext cx="16959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Compreender o uso de modelos e entidades, além de como funcionam suas rotas</a:t>
            </a:r>
            <a:endParaRPr/>
          </a:p>
        </p:txBody>
      </p:sp>
      <p:sp>
        <p:nvSpPr>
          <p:cNvPr id="1035" name="Google Shape;1035;p82"/>
          <p:cNvSpPr/>
          <p:nvPr/>
        </p:nvSpPr>
        <p:spPr>
          <a:xfrm>
            <a:off x="2966088" y="185875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82"/>
          <p:cNvSpPr/>
          <p:nvPr/>
        </p:nvSpPr>
        <p:spPr>
          <a:xfrm>
            <a:off x="4867338" y="18587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82"/>
          <p:cNvSpPr/>
          <p:nvPr/>
        </p:nvSpPr>
        <p:spPr>
          <a:xfrm>
            <a:off x="6800213" y="18587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8" name="Google Shape;1038;p82"/>
          <p:cNvGrpSpPr/>
          <p:nvPr/>
        </p:nvGrpSpPr>
        <p:grpSpPr>
          <a:xfrm>
            <a:off x="4998501" y="1976148"/>
            <a:ext cx="399028" cy="354920"/>
            <a:chOff x="854261" y="2908813"/>
            <a:chExt cx="377474" cy="335748"/>
          </a:xfrm>
        </p:grpSpPr>
        <p:sp>
          <p:nvSpPr>
            <p:cNvPr id="1039" name="Google Shape;1039;p82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82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82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82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82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4" name="Google Shape;1044;p82"/>
          <p:cNvSpPr/>
          <p:nvPr/>
        </p:nvSpPr>
        <p:spPr>
          <a:xfrm>
            <a:off x="1048975" y="1858764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82"/>
          <p:cNvSpPr/>
          <p:nvPr/>
        </p:nvSpPr>
        <p:spPr>
          <a:xfrm>
            <a:off x="6895787" y="1930464"/>
            <a:ext cx="438664" cy="400611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6" name="Google Shape;1046;p82"/>
          <p:cNvGrpSpPr/>
          <p:nvPr/>
        </p:nvGrpSpPr>
        <p:grpSpPr>
          <a:xfrm>
            <a:off x="3093240" y="1955295"/>
            <a:ext cx="375376" cy="375779"/>
            <a:chOff x="3539102" y="2427549"/>
            <a:chExt cx="355099" cy="355481"/>
          </a:xfrm>
        </p:grpSpPr>
        <p:sp>
          <p:nvSpPr>
            <p:cNvPr id="1047" name="Google Shape;1047;p82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82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9" name="Google Shape;1049;p82"/>
          <p:cNvGrpSpPr/>
          <p:nvPr/>
        </p:nvGrpSpPr>
        <p:grpSpPr>
          <a:xfrm>
            <a:off x="1205777" y="2016151"/>
            <a:ext cx="316093" cy="314916"/>
            <a:chOff x="5355784" y="3834547"/>
            <a:chExt cx="299019" cy="297905"/>
          </a:xfrm>
        </p:grpSpPr>
        <p:sp>
          <p:nvSpPr>
            <p:cNvPr id="1050" name="Google Shape;1050;p82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82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82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82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54" name="Google Shape;1054;p82"/>
          <p:cNvCxnSpPr/>
          <p:nvPr/>
        </p:nvCxnSpPr>
        <p:spPr>
          <a:xfrm>
            <a:off x="916600" y="962050"/>
            <a:ext cx="5461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83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Matheus Neves</a:t>
            </a:r>
            <a:r>
              <a:rPr lang="en"/>
              <a:t> – Desenvolvedor / DBA</a:t>
            </a:r>
            <a:endParaRPr/>
          </a:p>
        </p:txBody>
      </p:sp>
      <p:sp>
        <p:nvSpPr>
          <p:cNvPr id="1060" name="Google Shape;1060;p83"/>
          <p:cNvSpPr txBox="1"/>
          <p:nvPr>
            <p:ph idx="2" type="title"/>
          </p:nvPr>
        </p:nvSpPr>
        <p:spPr>
          <a:xfrm>
            <a:off x="664450" y="27871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1</a:t>
            </a:r>
            <a:endParaRPr/>
          </a:p>
        </p:txBody>
      </p:sp>
      <p:sp>
        <p:nvSpPr>
          <p:cNvPr id="1061" name="Google Shape;1061;p83"/>
          <p:cNvSpPr txBox="1"/>
          <p:nvPr>
            <p:ph idx="1" type="subTitle"/>
          </p:nvPr>
        </p:nvSpPr>
        <p:spPr>
          <a:xfrm>
            <a:off x="664450" y="31390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Estudo do framework do projeto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062" name="Google Shape;1062;p83"/>
          <p:cNvSpPr txBox="1"/>
          <p:nvPr>
            <p:ph idx="3" type="title"/>
          </p:nvPr>
        </p:nvSpPr>
        <p:spPr>
          <a:xfrm>
            <a:off x="2581549" y="27871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2</a:t>
            </a:r>
            <a:endParaRPr/>
          </a:p>
        </p:txBody>
      </p:sp>
      <p:sp>
        <p:nvSpPr>
          <p:cNvPr id="1063" name="Google Shape;1063;p83"/>
          <p:cNvSpPr txBox="1"/>
          <p:nvPr>
            <p:ph idx="4" type="subTitle"/>
          </p:nvPr>
        </p:nvSpPr>
        <p:spPr>
          <a:xfrm>
            <a:off x="2581549" y="31390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Adaptações no banco de dados para o uso do framework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064" name="Google Shape;1064;p83"/>
          <p:cNvSpPr txBox="1"/>
          <p:nvPr>
            <p:ph idx="5" type="title"/>
          </p:nvPr>
        </p:nvSpPr>
        <p:spPr>
          <a:xfrm>
            <a:off x="4498648" y="27871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TAREFA 3</a:t>
            </a:r>
            <a:endParaRPr/>
          </a:p>
        </p:txBody>
      </p:sp>
      <p:sp>
        <p:nvSpPr>
          <p:cNvPr id="1065" name="Google Shape;1065;p83"/>
          <p:cNvSpPr txBox="1"/>
          <p:nvPr>
            <p:ph idx="6" type="subTitle"/>
          </p:nvPr>
        </p:nvSpPr>
        <p:spPr>
          <a:xfrm>
            <a:off x="4498648" y="31390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Aplicação dos Casos de Teste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066" name="Google Shape;1066;p83"/>
          <p:cNvSpPr txBox="1"/>
          <p:nvPr>
            <p:ph idx="7" type="title"/>
          </p:nvPr>
        </p:nvSpPr>
        <p:spPr>
          <a:xfrm>
            <a:off x="6415747" y="2787100"/>
            <a:ext cx="169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DIFICULDADES</a:t>
            </a:r>
            <a:endParaRPr/>
          </a:p>
        </p:txBody>
      </p:sp>
      <p:sp>
        <p:nvSpPr>
          <p:cNvPr id="1067" name="Google Shape;1067;p83"/>
          <p:cNvSpPr txBox="1"/>
          <p:nvPr>
            <p:ph idx="8" type="subTitle"/>
          </p:nvPr>
        </p:nvSpPr>
        <p:spPr>
          <a:xfrm>
            <a:off x="6415747" y="3139050"/>
            <a:ext cx="1695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/>
              <a:t>Fazer a adaptação para o framework</a:t>
            </a:r>
            <a:endParaRPr/>
          </a:p>
        </p:txBody>
      </p:sp>
      <p:sp>
        <p:nvSpPr>
          <p:cNvPr id="1068" name="Google Shape;1068;p83"/>
          <p:cNvSpPr/>
          <p:nvPr/>
        </p:nvSpPr>
        <p:spPr>
          <a:xfrm>
            <a:off x="3114663" y="2000251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83"/>
          <p:cNvSpPr/>
          <p:nvPr/>
        </p:nvSpPr>
        <p:spPr>
          <a:xfrm>
            <a:off x="5015913" y="20002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83"/>
          <p:cNvSpPr/>
          <p:nvPr/>
        </p:nvSpPr>
        <p:spPr>
          <a:xfrm>
            <a:off x="6948788" y="2000276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1" name="Google Shape;1071;p83"/>
          <p:cNvGrpSpPr/>
          <p:nvPr/>
        </p:nvGrpSpPr>
        <p:grpSpPr>
          <a:xfrm>
            <a:off x="5147076" y="2117648"/>
            <a:ext cx="399028" cy="354920"/>
            <a:chOff x="854261" y="2908813"/>
            <a:chExt cx="377474" cy="335748"/>
          </a:xfrm>
        </p:grpSpPr>
        <p:sp>
          <p:nvSpPr>
            <p:cNvPr id="1072" name="Google Shape;1072;p83"/>
            <p:cNvSpPr/>
            <p:nvPr/>
          </p:nvSpPr>
          <p:spPr>
            <a:xfrm>
              <a:off x="896337" y="3079695"/>
              <a:ext cx="47391" cy="17091"/>
            </a:xfrm>
            <a:custGeom>
              <a:rect b="b" l="l" r="r" t="t"/>
              <a:pathLst>
                <a:path extrusionOk="0" h="537" w="1489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83"/>
            <p:cNvSpPr/>
            <p:nvPr/>
          </p:nvSpPr>
          <p:spPr>
            <a:xfrm>
              <a:off x="878514" y="3191855"/>
              <a:ext cx="11426" cy="52706"/>
            </a:xfrm>
            <a:custGeom>
              <a:rect b="b" l="l" r="r" t="t"/>
              <a:pathLst>
                <a:path extrusionOk="0" h="1656" w="359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83"/>
            <p:cNvSpPr/>
            <p:nvPr/>
          </p:nvSpPr>
          <p:spPr>
            <a:xfrm>
              <a:off x="854261" y="3050159"/>
              <a:ext cx="219451" cy="194052"/>
            </a:xfrm>
            <a:custGeom>
              <a:rect b="b" l="l" r="r" t="t"/>
              <a:pathLst>
                <a:path extrusionOk="0" h="6097" w="6895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83"/>
            <p:cNvSpPr/>
            <p:nvPr/>
          </p:nvSpPr>
          <p:spPr>
            <a:xfrm>
              <a:off x="1008115" y="2908813"/>
              <a:ext cx="223620" cy="188355"/>
            </a:xfrm>
            <a:custGeom>
              <a:rect b="b" l="l" r="r" t="t"/>
              <a:pathLst>
                <a:path extrusionOk="0" h="5918" w="7026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83"/>
            <p:cNvSpPr/>
            <p:nvPr/>
          </p:nvSpPr>
          <p:spPr>
            <a:xfrm>
              <a:off x="1037301" y="2944046"/>
              <a:ext cx="165248" cy="105763"/>
            </a:xfrm>
            <a:custGeom>
              <a:rect b="b" l="l" r="r" t="t"/>
              <a:pathLst>
                <a:path extrusionOk="0" h="3323" w="5192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7" name="Google Shape;1077;p83"/>
          <p:cNvSpPr/>
          <p:nvPr/>
        </p:nvSpPr>
        <p:spPr>
          <a:xfrm>
            <a:off x="1197550" y="2000264"/>
            <a:ext cx="629700" cy="6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83"/>
          <p:cNvSpPr/>
          <p:nvPr/>
        </p:nvSpPr>
        <p:spPr>
          <a:xfrm>
            <a:off x="7044362" y="2071964"/>
            <a:ext cx="438664" cy="400611"/>
          </a:xfrm>
          <a:custGeom>
            <a:rect b="b" l="l" r="r" t="t"/>
            <a:pathLst>
              <a:path extrusionOk="0" h="11907" w="13038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9" name="Google Shape;1079;p83"/>
          <p:cNvGrpSpPr/>
          <p:nvPr/>
        </p:nvGrpSpPr>
        <p:grpSpPr>
          <a:xfrm>
            <a:off x="3241815" y="2096795"/>
            <a:ext cx="375376" cy="375779"/>
            <a:chOff x="3539102" y="2427549"/>
            <a:chExt cx="355099" cy="355481"/>
          </a:xfrm>
        </p:grpSpPr>
        <p:sp>
          <p:nvSpPr>
            <p:cNvPr id="1080" name="Google Shape;1080;p83"/>
            <p:cNvSpPr/>
            <p:nvPr/>
          </p:nvSpPr>
          <p:spPr>
            <a:xfrm>
              <a:off x="3539102" y="2561320"/>
              <a:ext cx="355099" cy="221710"/>
            </a:xfrm>
            <a:custGeom>
              <a:rect b="b" l="l" r="r" t="t"/>
              <a:pathLst>
                <a:path extrusionOk="0" h="6966" w="11157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83"/>
            <p:cNvSpPr/>
            <p:nvPr/>
          </p:nvSpPr>
          <p:spPr>
            <a:xfrm>
              <a:off x="3544417" y="2427549"/>
              <a:ext cx="339568" cy="205415"/>
            </a:xfrm>
            <a:custGeom>
              <a:rect b="b" l="l" r="r" t="t"/>
              <a:pathLst>
                <a:path extrusionOk="0" h="6454" w="10669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2" name="Google Shape;1082;p83"/>
          <p:cNvGrpSpPr/>
          <p:nvPr/>
        </p:nvGrpSpPr>
        <p:grpSpPr>
          <a:xfrm>
            <a:off x="1354352" y="2157651"/>
            <a:ext cx="316093" cy="314916"/>
            <a:chOff x="5355784" y="3834547"/>
            <a:chExt cx="299019" cy="297905"/>
          </a:xfrm>
        </p:grpSpPr>
        <p:sp>
          <p:nvSpPr>
            <p:cNvPr id="1083" name="Google Shape;1083;p83"/>
            <p:cNvSpPr/>
            <p:nvPr/>
          </p:nvSpPr>
          <p:spPr>
            <a:xfrm>
              <a:off x="5355784" y="3834547"/>
              <a:ext cx="299019" cy="297905"/>
            </a:xfrm>
            <a:custGeom>
              <a:rect b="b" l="l" r="r" t="t"/>
              <a:pathLst>
                <a:path extrusionOk="0" h="9360" w="9395">
                  <a:moveTo>
                    <a:pt x="3572" y="5454"/>
                  </a:moveTo>
                  <a:cubicBezTo>
                    <a:pt x="3679" y="5573"/>
                    <a:pt x="3786" y="5704"/>
                    <a:pt x="3929" y="5811"/>
                  </a:cubicBezTo>
                  <a:lnTo>
                    <a:pt x="3405" y="6335"/>
                  </a:lnTo>
                  <a:cubicBezTo>
                    <a:pt x="3393" y="6311"/>
                    <a:pt x="3393" y="6299"/>
                    <a:pt x="3382" y="6287"/>
                  </a:cubicBezTo>
                  <a:lnTo>
                    <a:pt x="3096" y="6002"/>
                  </a:lnTo>
                  <a:cubicBezTo>
                    <a:pt x="3084" y="5990"/>
                    <a:pt x="3060" y="5978"/>
                    <a:pt x="3048" y="5978"/>
                  </a:cubicBezTo>
                  <a:lnTo>
                    <a:pt x="3572" y="5454"/>
                  </a:lnTo>
                  <a:close/>
                  <a:moveTo>
                    <a:pt x="2748" y="6109"/>
                  </a:moveTo>
                  <a:cubicBezTo>
                    <a:pt x="2804" y="6109"/>
                    <a:pt x="2858" y="6133"/>
                    <a:pt x="2893" y="6180"/>
                  </a:cubicBezTo>
                  <a:lnTo>
                    <a:pt x="3179" y="6466"/>
                  </a:lnTo>
                  <a:cubicBezTo>
                    <a:pt x="3274" y="6573"/>
                    <a:pt x="3274" y="6704"/>
                    <a:pt x="3191" y="6788"/>
                  </a:cubicBezTo>
                  <a:lnTo>
                    <a:pt x="3036" y="6954"/>
                  </a:lnTo>
                  <a:lnTo>
                    <a:pt x="2429" y="6347"/>
                  </a:lnTo>
                  <a:lnTo>
                    <a:pt x="2584" y="6180"/>
                  </a:lnTo>
                  <a:cubicBezTo>
                    <a:pt x="2631" y="6133"/>
                    <a:pt x="2691" y="6109"/>
                    <a:pt x="2748" y="6109"/>
                  </a:cubicBezTo>
                  <a:close/>
                  <a:moveTo>
                    <a:pt x="2215" y="6549"/>
                  </a:moveTo>
                  <a:lnTo>
                    <a:pt x="2822" y="7169"/>
                  </a:lnTo>
                  <a:lnTo>
                    <a:pt x="965" y="9026"/>
                  </a:lnTo>
                  <a:cubicBezTo>
                    <a:pt x="923" y="9068"/>
                    <a:pt x="866" y="9088"/>
                    <a:pt x="810" y="9088"/>
                  </a:cubicBezTo>
                  <a:cubicBezTo>
                    <a:pt x="753" y="9088"/>
                    <a:pt x="697" y="9068"/>
                    <a:pt x="655" y="9026"/>
                  </a:cubicBezTo>
                  <a:lnTo>
                    <a:pt x="369" y="8740"/>
                  </a:lnTo>
                  <a:cubicBezTo>
                    <a:pt x="262" y="8657"/>
                    <a:pt x="262" y="8502"/>
                    <a:pt x="357" y="8419"/>
                  </a:cubicBezTo>
                  <a:lnTo>
                    <a:pt x="2215" y="6549"/>
                  </a:lnTo>
                  <a:close/>
                  <a:moveTo>
                    <a:pt x="6096" y="1"/>
                  </a:moveTo>
                  <a:cubicBezTo>
                    <a:pt x="3417" y="1"/>
                    <a:pt x="1869" y="3061"/>
                    <a:pt x="3441" y="5216"/>
                  </a:cubicBezTo>
                  <a:lnTo>
                    <a:pt x="2810" y="5835"/>
                  </a:lnTo>
                  <a:cubicBezTo>
                    <a:pt x="2798" y="5834"/>
                    <a:pt x="2786" y="5834"/>
                    <a:pt x="2774" y="5834"/>
                  </a:cubicBezTo>
                  <a:cubicBezTo>
                    <a:pt x="2643" y="5834"/>
                    <a:pt x="2516" y="5892"/>
                    <a:pt x="2429" y="5990"/>
                  </a:cubicBezTo>
                  <a:lnTo>
                    <a:pt x="191" y="8216"/>
                  </a:lnTo>
                  <a:cubicBezTo>
                    <a:pt x="0" y="8419"/>
                    <a:pt x="0" y="8728"/>
                    <a:pt x="191" y="8919"/>
                  </a:cubicBezTo>
                  <a:lnTo>
                    <a:pt x="465" y="9216"/>
                  </a:lnTo>
                  <a:cubicBezTo>
                    <a:pt x="560" y="9312"/>
                    <a:pt x="685" y="9359"/>
                    <a:pt x="810" y="9359"/>
                  </a:cubicBezTo>
                  <a:cubicBezTo>
                    <a:pt x="935" y="9359"/>
                    <a:pt x="1060" y="9312"/>
                    <a:pt x="1155" y="9216"/>
                  </a:cubicBezTo>
                  <a:lnTo>
                    <a:pt x="3120" y="7252"/>
                  </a:lnTo>
                  <a:lnTo>
                    <a:pt x="3393" y="6990"/>
                  </a:lnTo>
                  <a:cubicBezTo>
                    <a:pt x="3501" y="6883"/>
                    <a:pt x="3536" y="6752"/>
                    <a:pt x="3536" y="6597"/>
                  </a:cubicBezTo>
                  <a:lnTo>
                    <a:pt x="4167" y="5978"/>
                  </a:lnTo>
                  <a:cubicBezTo>
                    <a:pt x="4632" y="6299"/>
                    <a:pt x="5179" y="6526"/>
                    <a:pt x="5763" y="6573"/>
                  </a:cubicBezTo>
                  <a:lnTo>
                    <a:pt x="5775" y="6573"/>
                  </a:lnTo>
                  <a:cubicBezTo>
                    <a:pt x="5846" y="6573"/>
                    <a:pt x="5906" y="6514"/>
                    <a:pt x="5906" y="6454"/>
                  </a:cubicBezTo>
                  <a:cubicBezTo>
                    <a:pt x="5918" y="6371"/>
                    <a:pt x="5858" y="6299"/>
                    <a:pt x="5787" y="6299"/>
                  </a:cubicBezTo>
                  <a:cubicBezTo>
                    <a:pt x="5191" y="6240"/>
                    <a:pt x="4644" y="6002"/>
                    <a:pt x="4191" y="5645"/>
                  </a:cubicBezTo>
                  <a:cubicBezTo>
                    <a:pt x="1977" y="3847"/>
                    <a:pt x="3286" y="287"/>
                    <a:pt x="6096" y="287"/>
                  </a:cubicBezTo>
                  <a:cubicBezTo>
                    <a:pt x="7680" y="287"/>
                    <a:pt x="8942" y="1489"/>
                    <a:pt x="9108" y="3001"/>
                  </a:cubicBezTo>
                  <a:cubicBezTo>
                    <a:pt x="9119" y="3067"/>
                    <a:pt x="9170" y="3122"/>
                    <a:pt x="9233" y="3122"/>
                  </a:cubicBezTo>
                  <a:cubicBezTo>
                    <a:pt x="9239" y="3122"/>
                    <a:pt x="9245" y="3121"/>
                    <a:pt x="9251" y="3120"/>
                  </a:cubicBezTo>
                  <a:cubicBezTo>
                    <a:pt x="9335" y="3097"/>
                    <a:pt x="9394" y="3037"/>
                    <a:pt x="9370" y="2966"/>
                  </a:cubicBezTo>
                  <a:cubicBezTo>
                    <a:pt x="9216" y="1334"/>
                    <a:pt x="7823" y="1"/>
                    <a:pt x="6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83"/>
            <p:cNvSpPr/>
            <p:nvPr/>
          </p:nvSpPr>
          <p:spPr>
            <a:xfrm>
              <a:off x="5455054" y="3854280"/>
              <a:ext cx="179666" cy="171296"/>
            </a:xfrm>
            <a:custGeom>
              <a:rect b="b" l="l" r="r" t="t"/>
              <a:pathLst>
                <a:path extrusionOk="0" h="5382" w="5645">
                  <a:moveTo>
                    <a:pt x="2953" y="274"/>
                  </a:moveTo>
                  <a:cubicBezTo>
                    <a:pt x="4275" y="274"/>
                    <a:pt x="5358" y="1345"/>
                    <a:pt x="5358" y="2691"/>
                  </a:cubicBezTo>
                  <a:cubicBezTo>
                    <a:pt x="5358" y="4024"/>
                    <a:pt x="4275" y="5096"/>
                    <a:pt x="2953" y="5096"/>
                  </a:cubicBezTo>
                  <a:cubicBezTo>
                    <a:pt x="2322" y="5096"/>
                    <a:pt x="1715" y="4858"/>
                    <a:pt x="1239" y="4405"/>
                  </a:cubicBezTo>
                  <a:cubicBezTo>
                    <a:pt x="298" y="3465"/>
                    <a:pt x="298" y="1929"/>
                    <a:pt x="1239" y="976"/>
                  </a:cubicBezTo>
                  <a:cubicBezTo>
                    <a:pt x="1715" y="500"/>
                    <a:pt x="2322" y="274"/>
                    <a:pt x="2953" y="274"/>
                  </a:cubicBezTo>
                  <a:close/>
                  <a:moveTo>
                    <a:pt x="2958" y="0"/>
                  </a:moveTo>
                  <a:cubicBezTo>
                    <a:pt x="2269" y="0"/>
                    <a:pt x="1578" y="262"/>
                    <a:pt x="1048" y="786"/>
                  </a:cubicBezTo>
                  <a:cubicBezTo>
                    <a:pt x="1" y="1822"/>
                    <a:pt x="1" y="3536"/>
                    <a:pt x="1048" y="4596"/>
                  </a:cubicBezTo>
                  <a:cubicBezTo>
                    <a:pt x="1572" y="5120"/>
                    <a:pt x="2263" y="5382"/>
                    <a:pt x="2953" y="5382"/>
                  </a:cubicBezTo>
                  <a:cubicBezTo>
                    <a:pt x="4430" y="5370"/>
                    <a:pt x="5644" y="4179"/>
                    <a:pt x="5644" y="2691"/>
                  </a:cubicBezTo>
                  <a:cubicBezTo>
                    <a:pt x="5644" y="1977"/>
                    <a:pt x="5358" y="1286"/>
                    <a:pt x="4858" y="786"/>
                  </a:cubicBezTo>
                  <a:cubicBezTo>
                    <a:pt x="4335" y="262"/>
                    <a:pt x="3647" y="0"/>
                    <a:pt x="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83"/>
            <p:cNvSpPr/>
            <p:nvPr/>
          </p:nvSpPr>
          <p:spPr>
            <a:xfrm>
              <a:off x="5508110" y="3886490"/>
              <a:ext cx="81510" cy="99302"/>
            </a:xfrm>
            <a:custGeom>
              <a:rect b="b" l="l" r="r" t="t"/>
              <a:pathLst>
                <a:path extrusionOk="0" h="3120" w="2561">
                  <a:moveTo>
                    <a:pt x="1286" y="262"/>
                  </a:moveTo>
                  <a:cubicBezTo>
                    <a:pt x="1596" y="262"/>
                    <a:pt x="1846" y="512"/>
                    <a:pt x="1846" y="834"/>
                  </a:cubicBezTo>
                  <a:cubicBezTo>
                    <a:pt x="1846" y="1143"/>
                    <a:pt x="1596" y="1393"/>
                    <a:pt x="1286" y="1393"/>
                  </a:cubicBezTo>
                  <a:cubicBezTo>
                    <a:pt x="977" y="1393"/>
                    <a:pt x="715" y="1143"/>
                    <a:pt x="715" y="834"/>
                  </a:cubicBezTo>
                  <a:cubicBezTo>
                    <a:pt x="739" y="512"/>
                    <a:pt x="977" y="262"/>
                    <a:pt x="1286" y="262"/>
                  </a:cubicBezTo>
                  <a:close/>
                  <a:moveTo>
                    <a:pt x="1703" y="1667"/>
                  </a:moveTo>
                  <a:cubicBezTo>
                    <a:pt x="2036" y="1667"/>
                    <a:pt x="2310" y="1929"/>
                    <a:pt x="2310" y="2274"/>
                  </a:cubicBezTo>
                  <a:lnTo>
                    <a:pt x="2310" y="2858"/>
                  </a:lnTo>
                  <a:lnTo>
                    <a:pt x="2001" y="2858"/>
                  </a:lnTo>
                  <a:lnTo>
                    <a:pt x="2001" y="2262"/>
                  </a:lnTo>
                  <a:cubicBezTo>
                    <a:pt x="2001" y="2179"/>
                    <a:pt x="1941" y="2119"/>
                    <a:pt x="1870" y="2119"/>
                  </a:cubicBezTo>
                  <a:cubicBezTo>
                    <a:pt x="1786" y="2119"/>
                    <a:pt x="1727" y="2179"/>
                    <a:pt x="1727" y="2262"/>
                  </a:cubicBezTo>
                  <a:lnTo>
                    <a:pt x="1727" y="2858"/>
                  </a:lnTo>
                  <a:lnTo>
                    <a:pt x="870" y="2858"/>
                  </a:lnTo>
                  <a:lnTo>
                    <a:pt x="870" y="2262"/>
                  </a:lnTo>
                  <a:cubicBezTo>
                    <a:pt x="870" y="2179"/>
                    <a:pt x="810" y="2119"/>
                    <a:pt x="727" y="2119"/>
                  </a:cubicBezTo>
                  <a:cubicBezTo>
                    <a:pt x="655" y="2119"/>
                    <a:pt x="596" y="2179"/>
                    <a:pt x="596" y="2262"/>
                  </a:cubicBezTo>
                  <a:lnTo>
                    <a:pt x="596" y="2858"/>
                  </a:lnTo>
                  <a:lnTo>
                    <a:pt x="298" y="2858"/>
                  </a:lnTo>
                  <a:lnTo>
                    <a:pt x="298" y="2274"/>
                  </a:lnTo>
                  <a:cubicBezTo>
                    <a:pt x="298" y="1929"/>
                    <a:pt x="572" y="1667"/>
                    <a:pt x="905" y="1667"/>
                  </a:cubicBezTo>
                  <a:close/>
                  <a:moveTo>
                    <a:pt x="1286" y="0"/>
                  </a:moveTo>
                  <a:cubicBezTo>
                    <a:pt x="822" y="0"/>
                    <a:pt x="453" y="369"/>
                    <a:pt x="453" y="834"/>
                  </a:cubicBezTo>
                  <a:cubicBezTo>
                    <a:pt x="453" y="1048"/>
                    <a:pt x="536" y="1262"/>
                    <a:pt x="691" y="1405"/>
                  </a:cubicBezTo>
                  <a:cubicBezTo>
                    <a:pt x="298" y="1500"/>
                    <a:pt x="1" y="1857"/>
                    <a:pt x="1" y="2274"/>
                  </a:cubicBezTo>
                  <a:lnTo>
                    <a:pt x="1" y="2858"/>
                  </a:lnTo>
                  <a:cubicBezTo>
                    <a:pt x="1" y="3000"/>
                    <a:pt x="120" y="3120"/>
                    <a:pt x="274" y="3120"/>
                  </a:cubicBezTo>
                  <a:lnTo>
                    <a:pt x="2298" y="3120"/>
                  </a:lnTo>
                  <a:cubicBezTo>
                    <a:pt x="2441" y="3120"/>
                    <a:pt x="2560" y="3000"/>
                    <a:pt x="2560" y="2858"/>
                  </a:cubicBezTo>
                  <a:lnTo>
                    <a:pt x="2560" y="2274"/>
                  </a:lnTo>
                  <a:cubicBezTo>
                    <a:pt x="2560" y="1857"/>
                    <a:pt x="2275" y="1500"/>
                    <a:pt x="1882" y="1405"/>
                  </a:cubicBezTo>
                  <a:cubicBezTo>
                    <a:pt x="2025" y="1262"/>
                    <a:pt x="2120" y="1048"/>
                    <a:pt x="2120" y="834"/>
                  </a:cubicBezTo>
                  <a:cubicBezTo>
                    <a:pt x="2120" y="369"/>
                    <a:pt x="175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83"/>
            <p:cNvSpPr/>
            <p:nvPr/>
          </p:nvSpPr>
          <p:spPr>
            <a:xfrm>
              <a:off x="5554706" y="3945530"/>
              <a:ext cx="98952" cy="98251"/>
            </a:xfrm>
            <a:custGeom>
              <a:rect b="b" l="l" r="r" t="t"/>
              <a:pathLst>
                <a:path extrusionOk="0" h="3087" w="3109">
                  <a:moveTo>
                    <a:pt x="2959" y="1"/>
                  </a:moveTo>
                  <a:cubicBezTo>
                    <a:pt x="2892" y="1"/>
                    <a:pt x="2823" y="56"/>
                    <a:pt x="2823" y="122"/>
                  </a:cubicBezTo>
                  <a:cubicBezTo>
                    <a:pt x="2680" y="1550"/>
                    <a:pt x="1561" y="2669"/>
                    <a:pt x="132" y="2812"/>
                  </a:cubicBezTo>
                  <a:cubicBezTo>
                    <a:pt x="61" y="2824"/>
                    <a:pt x="1" y="2884"/>
                    <a:pt x="13" y="2967"/>
                  </a:cubicBezTo>
                  <a:cubicBezTo>
                    <a:pt x="13" y="3039"/>
                    <a:pt x="72" y="3086"/>
                    <a:pt x="144" y="3086"/>
                  </a:cubicBezTo>
                  <a:lnTo>
                    <a:pt x="168" y="3086"/>
                  </a:lnTo>
                  <a:cubicBezTo>
                    <a:pt x="1704" y="2931"/>
                    <a:pt x="2942" y="1717"/>
                    <a:pt x="3097" y="145"/>
                  </a:cubicBezTo>
                  <a:cubicBezTo>
                    <a:pt x="3109" y="74"/>
                    <a:pt x="3049" y="2"/>
                    <a:pt x="2978" y="2"/>
                  </a:cubicBezTo>
                  <a:cubicBezTo>
                    <a:pt x="2971" y="1"/>
                    <a:pt x="2965" y="1"/>
                    <a:pt x="29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87" name="Google Shape;1087;p83"/>
          <p:cNvCxnSpPr/>
          <p:nvPr/>
        </p:nvCxnSpPr>
        <p:spPr>
          <a:xfrm>
            <a:off x="916600" y="962050"/>
            <a:ext cx="70173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84"/>
          <p:cNvSpPr txBox="1"/>
          <p:nvPr>
            <p:ph type="title"/>
          </p:nvPr>
        </p:nvSpPr>
        <p:spPr>
          <a:xfrm>
            <a:off x="1402641" y="1933550"/>
            <a:ext cx="75969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en" sz="6700"/>
              <a:t>Funcionalidades</a:t>
            </a:r>
            <a:endParaRPr sz="6700"/>
          </a:p>
        </p:txBody>
      </p:sp>
      <p:cxnSp>
        <p:nvCxnSpPr>
          <p:cNvPr id="1093" name="Google Shape;1093;p84"/>
          <p:cNvCxnSpPr/>
          <p:nvPr/>
        </p:nvCxnSpPr>
        <p:spPr>
          <a:xfrm>
            <a:off x="916650" y="962050"/>
            <a:ext cx="40611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85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Funcionalidades</a:t>
            </a:r>
            <a:endParaRPr/>
          </a:p>
        </p:txBody>
      </p:sp>
      <p:cxnSp>
        <p:nvCxnSpPr>
          <p:cNvPr id="1099" name="Google Shape;1099;p85"/>
          <p:cNvCxnSpPr/>
          <p:nvPr/>
        </p:nvCxnSpPr>
        <p:spPr>
          <a:xfrm>
            <a:off x="916650" y="962050"/>
            <a:ext cx="19296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0" name="Google Shape;1100;p85"/>
          <p:cNvSpPr txBox="1"/>
          <p:nvPr/>
        </p:nvSpPr>
        <p:spPr>
          <a:xfrm>
            <a:off x="916650" y="1239200"/>
            <a:ext cx="8086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Especialidades Médicas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Finalidades de Remédios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Planos Médicos Disponíveis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Remédios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Benefícios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1" name="Google Shape;1101;p85"/>
          <p:cNvSpPr txBox="1"/>
          <p:nvPr/>
        </p:nvSpPr>
        <p:spPr>
          <a:xfrm>
            <a:off x="916650" y="2371650"/>
            <a:ext cx="8086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 fazer: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Exames (Sprint #02)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Buscar Médico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(Sprint #02)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Pagamentos dos Planos Médicos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(Sprint #02)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Pacientes Ativos e Inativos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(Sprint #02)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Folhas de Consulta Online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(Sprint #02)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86"/>
          <p:cNvSpPr txBox="1"/>
          <p:nvPr>
            <p:ph type="title"/>
          </p:nvPr>
        </p:nvSpPr>
        <p:spPr>
          <a:xfrm>
            <a:off x="1402641" y="1933550"/>
            <a:ext cx="75969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en" sz="6700"/>
              <a:t>Resultados</a:t>
            </a:r>
            <a:endParaRPr sz="6700"/>
          </a:p>
        </p:txBody>
      </p:sp>
      <p:cxnSp>
        <p:nvCxnSpPr>
          <p:cNvPr id="1107" name="Google Shape;1107;p86"/>
          <p:cNvCxnSpPr/>
          <p:nvPr/>
        </p:nvCxnSpPr>
        <p:spPr>
          <a:xfrm>
            <a:off x="916650" y="962050"/>
            <a:ext cx="40611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87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Resultados</a:t>
            </a:r>
            <a:endParaRPr/>
          </a:p>
        </p:txBody>
      </p:sp>
      <p:cxnSp>
        <p:nvCxnSpPr>
          <p:cNvPr id="1113" name="Google Shape;1113;p87"/>
          <p:cNvCxnSpPr/>
          <p:nvPr/>
        </p:nvCxnSpPr>
        <p:spPr>
          <a:xfrm>
            <a:off x="916650" y="962050"/>
            <a:ext cx="19296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114" name="Google Shape;1114;p87"/>
          <p:cNvGraphicFramePr/>
          <p:nvPr/>
        </p:nvGraphicFramePr>
        <p:xfrm>
          <a:off x="69445" y="1841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{4C4EA002-7A7C-4383-BF47-0DB23AE9C867}</a:tableStyleId>
              </a:tblPr>
              <a:tblGrid>
                <a:gridCol w="1801025"/>
                <a:gridCol w="1801025"/>
                <a:gridCol w="1801025"/>
                <a:gridCol w="1801025"/>
                <a:gridCol w="1801025"/>
              </a:tblGrid>
              <a:tr h="1036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</a:t>
                      </a:r>
                      <a:r>
                        <a:rPr b="1" lang="en">
                          <a:solidFill>
                            <a:schemeClr val="accent1"/>
                          </a:solidFill>
                          <a:highlight>
                            <a:schemeClr val="lt2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° de Requisitos</a:t>
                      </a:r>
                      <a:endParaRPr b="1" u="none" cap="none" strike="noStrike">
                        <a:solidFill>
                          <a:schemeClr val="accent1"/>
                        </a:solidFill>
                        <a:highlight>
                          <a:schemeClr val="lt2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Funcionalidades Projetadas</a:t>
                      </a:r>
                      <a:endParaRPr b="1" sz="1400" u="none" cap="none" strike="noStrike">
                        <a:solidFill>
                          <a:schemeClr val="accen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Funcionalidades Finalizadas</a:t>
                      </a:r>
                      <a:endParaRPr b="1" sz="1400" u="none" cap="none" strike="noStrike">
                        <a:solidFill>
                          <a:schemeClr val="accen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Testes Projetados</a:t>
                      </a:r>
                      <a:endParaRPr b="1" sz="1400" u="none" cap="none" strike="noStrike">
                        <a:solidFill>
                          <a:schemeClr val="accen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Testes Executados</a:t>
                      </a:r>
                      <a:endParaRPr b="1" sz="1400" u="none" cap="none" strike="noStrike">
                        <a:solidFill>
                          <a:schemeClr val="accen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33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49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42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1421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88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Resultados</a:t>
            </a:r>
            <a:endParaRPr/>
          </a:p>
        </p:txBody>
      </p:sp>
      <p:graphicFrame>
        <p:nvGraphicFramePr>
          <p:cNvPr id="1120" name="Google Shape;1120;p88"/>
          <p:cNvGraphicFramePr/>
          <p:nvPr/>
        </p:nvGraphicFramePr>
        <p:xfrm>
          <a:off x="1574408" y="2533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{4C4EA002-7A7C-4383-BF47-0DB23AE9C867}</a:tableStyleId>
              </a:tblPr>
              <a:tblGrid>
                <a:gridCol w="1498800"/>
                <a:gridCol w="1498800"/>
                <a:gridCol w="1498800"/>
                <a:gridCol w="1498800"/>
              </a:tblGrid>
              <a:tr h="57497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Testes das Funcionalidades</a:t>
                      </a:r>
                      <a:endParaRPr b="1">
                        <a:solidFill>
                          <a:schemeClr val="accen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Elaboração</a:t>
                      </a:r>
                      <a:endParaRPr b="1" sz="1400" u="none" cap="none" strike="noStrike">
                        <a:solidFill>
                          <a:schemeClr val="accen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População do BD</a:t>
                      </a:r>
                      <a:endParaRPr b="1" sz="1400" u="none" cap="none" strike="noStrike">
                        <a:solidFill>
                          <a:schemeClr val="accen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Aplicação</a:t>
                      </a:r>
                      <a:endParaRPr b="1" sz="1400" u="none" cap="none" strike="noStrike">
                        <a:solidFill>
                          <a:schemeClr val="accen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Correções</a:t>
                      </a:r>
                      <a:endParaRPr b="1">
                        <a:solidFill>
                          <a:schemeClr val="accen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21" name="Google Shape;1121;p88"/>
          <p:cNvCxnSpPr/>
          <p:nvPr/>
        </p:nvCxnSpPr>
        <p:spPr>
          <a:xfrm>
            <a:off x="916650" y="962050"/>
            <a:ext cx="1973700" cy="3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2" name="Google Shape;1122;p88"/>
          <p:cNvSpPr txBox="1"/>
          <p:nvPr/>
        </p:nvSpPr>
        <p:spPr>
          <a:xfrm>
            <a:off x="1648650" y="1351875"/>
            <a:ext cx="5846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Sprint de Integração #01</a:t>
            </a:r>
            <a:endParaRPr b="1" sz="2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Front/Back-end - 85,71%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89"/>
          <p:cNvSpPr txBox="1"/>
          <p:nvPr>
            <p:ph type="title"/>
          </p:nvPr>
        </p:nvSpPr>
        <p:spPr>
          <a:xfrm>
            <a:off x="818250" y="459775"/>
            <a:ext cx="750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Resultados</a:t>
            </a:r>
            <a:endParaRPr/>
          </a:p>
        </p:txBody>
      </p:sp>
      <p:cxnSp>
        <p:nvCxnSpPr>
          <p:cNvPr id="1128" name="Google Shape;1128;p89"/>
          <p:cNvCxnSpPr/>
          <p:nvPr/>
        </p:nvCxnSpPr>
        <p:spPr>
          <a:xfrm>
            <a:off x="916650" y="962050"/>
            <a:ext cx="2035200" cy="17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9" name="Google Shape;1129;p89"/>
          <p:cNvSpPr txBox="1"/>
          <p:nvPr/>
        </p:nvSpPr>
        <p:spPr>
          <a:xfrm>
            <a:off x="996300" y="962050"/>
            <a:ext cx="7151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Pendências:</a:t>
            </a:r>
            <a:endParaRPr sz="2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●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Aplicação dos Casos de Teste (por Módulo)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●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Correções dos Testes Realizados (por Módulo)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ursing Capstone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F7444"/>
      </a:accent1>
      <a:accent2>
        <a:srgbClr val="434343"/>
      </a:accent2>
      <a:accent3>
        <a:srgbClr val="FBD76D"/>
      </a:accent3>
      <a:accent4>
        <a:srgbClr val="DA3030"/>
      </a:accent4>
      <a:accent5>
        <a:srgbClr val="52AC79"/>
      </a:accent5>
      <a:accent6>
        <a:srgbClr val="E0B945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